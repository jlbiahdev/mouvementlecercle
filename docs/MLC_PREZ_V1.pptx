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10"/>
  </p:notesMasterIdLst>
  <p:handoutMasterIdLst>
    <p:handoutMasterId r:id="rId11"/>
  </p:handoutMasterIdLst>
  <p:sldIdLst>
    <p:sldId id="263" r:id="rId2"/>
    <p:sldId id="259" r:id="rId3"/>
    <p:sldId id="258" r:id="rId4"/>
    <p:sldId id="257" r:id="rId5"/>
    <p:sldId id="261" r:id="rId6"/>
    <p:sldId id="265" r:id="rId7"/>
    <p:sldId id="266" r:id="rId8"/>
    <p:sldId id="264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62" autoAdjust="0"/>
  </p:normalViewPr>
  <p:slideViewPr>
    <p:cSldViewPr>
      <p:cViewPr>
        <p:scale>
          <a:sx n="71" d="100"/>
          <a:sy n="71" d="100"/>
        </p:scale>
        <p:origin x="-11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gif"/><Relationship Id="rId1" Type="http://schemas.openxmlformats.org/officeDocument/2006/relationships/image" Target="../media/image8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gif"/><Relationship Id="rId1" Type="http://schemas.openxmlformats.org/officeDocument/2006/relationships/image" Target="../media/image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5F024B-ECC7-461D-925C-0A4C49905AA9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5C154C6-D3AB-48B8-8172-A5D821409A47}">
      <dgm:prSet phldrT="[Texte]"/>
      <dgm:spPr>
        <a:solidFill>
          <a:schemeClr val="tx2">
            <a:lumMod val="20000"/>
            <a:lumOff val="80000"/>
          </a:schemeClr>
        </a:solidFill>
        <a:ln>
          <a:prstDash val="solid"/>
        </a:ln>
      </dgm:spPr>
      <dgm:t>
        <a:bodyPr/>
        <a:lstStyle/>
        <a:p>
          <a:r>
            <a:rPr lang="fr-FR" b="1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MLC</a:t>
          </a:r>
          <a:endParaRPr lang="fr-FR" b="1" dirty="0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94BA0A-D120-4424-BF88-D3A205450AFF}" type="parTrans" cxnId="{0DB818AE-FA53-4DC4-AF13-E80A033FB838}">
      <dgm:prSet/>
      <dgm:spPr/>
      <dgm:t>
        <a:bodyPr/>
        <a:lstStyle/>
        <a:p>
          <a:endParaRPr lang="fr-FR"/>
        </a:p>
      </dgm:t>
    </dgm:pt>
    <dgm:pt modelId="{54DF7102-CD7B-435D-A4F5-7013390139F3}" type="sibTrans" cxnId="{0DB818AE-FA53-4DC4-AF13-E80A033FB838}">
      <dgm:prSet/>
      <dgm:spPr/>
      <dgm:t>
        <a:bodyPr/>
        <a:lstStyle/>
        <a:p>
          <a:endParaRPr lang="fr-FR"/>
        </a:p>
      </dgm:t>
    </dgm:pt>
    <dgm:pt modelId="{24445615-8E3B-4327-BD25-FC72E4131C65}">
      <dgm:prSet phldrT="[Texte]" custT="1"/>
      <dgm:spPr>
        <a:solidFill>
          <a:srgbClr val="FFFF00"/>
        </a:solidFill>
      </dgm:spPr>
      <dgm:t>
        <a:bodyPr/>
        <a:lstStyle/>
        <a:p>
          <a:r>
            <a:rPr lang="fr-FR" sz="1600" b="0" dirty="0" smtClean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</a:t>
          </a:r>
          <a:r>
            <a:rPr lang="fr-FR" sz="1600" b="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ncourager</a:t>
          </a:r>
          <a:r>
            <a:rPr lang="fr-FR" sz="16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la « </a:t>
          </a:r>
          <a:r>
            <a:rPr lang="fr-FR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solidarité »</a:t>
          </a:r>
          <a:endParaRPr lang="fr-FR" sz="1600" b="1" dirty="0">
            <a:solidFill>
              <a:srgbClr val="0070C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52C44C-9E48-48A8-A152-6B5B49018B76}" type="parTrans" cxnId="{C1FFAD15-8A8D-487E-AD54-31E00A07340A}">
      <dgm:prSet/>
      <dgm:spPr/>
      <dgm:t>
        <a:bodyPr/>
        <a:lstStyle/>
        <a:p>
          <a:endParaRPr lang="fr-FR"/>
        </a:p>
      </dgm:t>
    </dgm:pt>
    <dgm:pt modelId="{0146CA6C-CAD2-4F74-ADFF-1BEC78000640}" type="sibTrans" cxnId="{C1FFAD15-8A8D-487E-AD54-31E00A07340A}">
      <dgm:prSet/>
      <dgm:spPr/>
      <dgm:t>
        <a:bodyPr/>
        <a:lstStyle/>
        <a:p>
          <a:endParaRPr lang="fr-FR"/>
        </a:p>
      </dgm:t>
    </dgm:pt>
    <dgm:pt modelId="{3F529791-C87F-4C2D-B401-431313E66827}">
      <dgm:prSet phldrT="[Texte]"/>
      <dgm:spPr>
        <a:solidFill>
          <a:srgbClr val="FFFF00"/>
        </a:solidFill>
      </dgm:spPr>
      <dgm:t>
        <a:bodyPr/>
        <a:lstStyle/>
        <a:p>
          <a:r>
            <a:rPr lang="fr-FR" b="1" dirty="0" smtClean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</a:t>
          </a:r>
          <a:r>
            <a:rPr lang="fr-FR" b="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ncourager</a:t>
          </a:r>
          <a:r>
            <a:rPr lang="fr-FR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les « </a:t>
          </a:r>
          <a:r>
            <a:rPr lang="fr-FR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engagements » </a:t>
          </a:r>
          <a:r>
            <a:rPr lang="fr-FR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pour des causes communes</a:t>
          </a:r>
          <a:endParaRPr lang="fr-FR" dirty="0">
            <a:solidFill>
              <a:srgbClr val="0070C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2870C0-541C-4C60-B9A3-E5755314FBD2}" type="parTrans" cxnId="{8427A274-E244-4BA5-BB2E-65FC3E60BDA0}">
      <dgm:prSet/>
      <dgm:spPr/>
      <dgm:t>
        <a:bodyPr/>
        <a:lstStyle/>
        <a:p>
          <a:endParaRPr lang="fr-FR"/>
        </a:p>
      </dgm:t>
    </dgm:pt>
    <dgm:pt modelId="{FEFE9494-0A8A-4214-9FBD-8E409CCB3A0E}" type="sibTrans" cxnId="{8427A274-E244-4BA5-BB2E-65FC3E60BDA0}">
      <dgm:prSet/>
      <dgm:spPr/>
      <dgm:t>
        <a:bodyPr/>
        <a:lstStyle/>
        <a:p>
          <a:endParaRPr lang="fr-FR"/>
        </a:p>
      </dgm:t>
    </dgm:pt>
    <dgm:pt modelId="{572203DE-73AA-4D06-BC91-9A85EDDEBD45}">
      <dgm:prSet phldrT="[Texte]" custT="1"/>
      <dgm:spPr>
        <a:solidFill>
          <a:srgbClr val="FFFF00"/>
        </a:solidFill>
      </dgm:spPr>
      <dgm:t>
        <a:bodyPr/>
        <a:lstStyle/>
        <a:p>
          <a:r>
            <a:rPr lang="fr-FR" sz="1600" dirty="0" smtClean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</a:t>
          </a:r>
          <a:r>
            <a:rPr lang="fr-FR" sz="16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tre un « </a:t>
          </a:r>
          <a:r>
            <a:rPr lang="fr-FR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facilitateur</a:t>
          </a:r>
          <a:r>
            <a:rPr lang="fr-FR" sz="16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fr-FR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économiqu</a:t>
          </a:r>
          <a:r>
            <a:rPr lang="fr-FR" sz="16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 » pour nos adhérents</a:t>
          </a:r>
          <a:endParaRPr lang="fr-FR" sz="1600" dirty="0">
            <a:solidFill>
              <a:srgbClr val="0070C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C46B99-7C3E-45B6-AD47-176EC517886D}" type="parTrans" cxnId="{247957FB-7866-4269-BA72-9FB456277EDD}">
      <dgm:prSet/>
      <dgm:spPr/>
      <dgm:t>
        <a:bodyPr/>
        <a:lstStyle/>
        <a:p>
          <a:endParaRPr lang="fr-FR"/>
        </a:p>
      </dgm:t>
    </dgm:pt>
    <dgm:pt modelId="{9275B9B2-CC91-4437-BBE2-5BF1E1DBE425}" type="sibTrans" cxnId="{247957FB-7866-4269-BA72-9FB456277EDD}">
      <dgm:prSet/>
      <dgm:spPr/>
      <dgm:t>
        <a:bodyPr/>
        <a:lstStyle/>
        <a:p>
          <a:endParaRPr lang="fr-FR"/>
        </a:p>
      </dgm:t>
    </dgm:pt>
    <dgm:pt modelId="{540E0353-7315-49D1-B3B5-92484BD2390C}" type="pres">
      <dgm:prSet presAssocID="{895F024B-ECC7-461D-925C-0A4C49905AA9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1AFF6EE3-99C9-46F8-A954-BE263E7571AF}" type="pres">
      <dgm:prSet presAssocID="{C5C154C6-D3AB-48B8-8172-A5D821409A47}" presName="singleCycle" presStyleCnt="0"/>
      <dgm:spPr/>
    </dgm:pt>
    <dgm:pt modelId="{E8E27B73-A21F-432F-82FB-5718A3748B96}" type="pres">
      <dgm:prSet presAssocID="{C5C154C6-D3AB-48B8-8172-A5D821409A47}" presName="singleCenter" presStyleLbl="node1" presStyleIdx="0" presStyleCnt="4" custScaleX="168590" custLinFactNeighborX="-946" custLinFactNeighborY="-9949">
        <dgm:presLayoutVars>
          <dgm:chMax val="7"/>
          <dgm:chPref val="7"/>
        </dgm:presLayoutVars>
      </dgm:prSet>
      <dgm:spPr/>
      <dgm:t>
        <a:bodyPr/>
        <a:lstStyle/>
        <a:p>
          <a:endParaRPr lang="fr-FR"/>
        </a:p>
      </dgm:t>
    </dgm:pt>
    <dgm:pt modelId="{9E9DB251-8400-49D4-B1F7-C935CEF5CD17}" type="pres">
      <dgm:prSet presAssocID="{1252C44C-9E48-48A8-A152-6B5B49018B76}" presName="Name56" presStyleLbl="parChTrans1D2" presStyleIdx="0" presStyleCnt="3"/>
      <dgm:spPr/>
      <dgm:t>
        <a:bodyPr/>
        <a:lstStyle/>
        <a:p>
          <a:endParaRPr lang="fr-FR"/>
        </a:p>
      </dgm:t>
    </dgm:pt>
    <dgm:pt modelId="{2B3C57CA-B564-4E9D-BD24-00F166D04760}" type="pres">
      <dgm:prSet presAssocID="{24445615-8E3B-4327-BD25-FC72E4131C65}" presName="text0" presStyleLbl="node1" presStyleIdx="1" presStyleCnt="4" custScaleX="182844" custScaleY="97158" custRadScaleRad="96631" custRadScaleInc="-222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401B2BC-2EE9-472B-9220-C3AF736AD8CD}" type="pres">
      <dgm:prSet presAssocID="{4C2870C0-541C-4C60-B9A3-E5755314FBD2}" presName="Name56" presStyleLbl="parChTrans1D2" presStyleIdx="1" presStyleCnt="3"/>
      <dgm:spPr/>
      <dgm:t>
        <a:bodyPr/>
        <a:lstStyle/>
        <a:p>
          <a:endParaRPr lang="fr-FR"/>
        </a:p>
      </dgm:t>
    </dgm:pt>
    <dgm:pt modelId="{E907E315-8A9F-4D36-9338-80E4B6824BFE}" type="pres">
      <dgm:prSet presAssocID="{3F529791-C87F-4C2D-B401-431313E66827}" presName="text0" presStyleLbl="node1" presStyleIdx="2" presStyleCnt="4" custScaleX="206666" custScaleY="151588" custRadScaleRad="128845" custRadScaleInc="-1680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22AAD6F-CD80-4638-84C4-E9A63C93282A}" type="pres">
      <dgm:prSet presAssocID="{50C46B99-7C3E-45B6-AD47-176EC517886D}" presName="Name56" presStyleLbl="parChTrans1D2" presStyleIdx="2" presStyleCnt="3"/>
      <dgm:spPr/>
      <dgm:t>
        <a:bodyPr/>
        <a:lstStyle/>
        <a:p>
          <a:endParaRPr lang="fr-FR"/>
        </a:p>
      </dgm:t>
    </dgm:pt>
    <dgm:pt modelId="{F3D62036-9896-4713-A54E-70BDBF34BF4D}" type="pres">
      <dgm:prSet presAssocID="{572203DE-73AA-4D06-BC91-9A85EDDEBD45}" presName="text0" presStyleLbl="node1" presStyleIdx="3" presStyleCnt="4" custScaleX="196237" custScaleY="137868" custRadScaleRad="125827" custRadScaleInc="1528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292CF074-05AF-4A06-89DB-D63E5E9BDC74}" type="presOf" srcId="{572203DE-73AA-4D06-BC91-9A85EDDEBD45}" destId="{F3D62036-9896-4713-A54E-70BDBF34BF4D}" srcOrd="0" destOrd="0" presId="urn:microsoft.com/office/officeart/2008/layout/RadialCluster"/>
    <dgm:cxn modelId="{BB630070-6217-41CE-81A5-B431B267EBF4}" type="presOf" srcId="{4C2870C0-541C-4C60-B9A3-E5755314FBD2}" destId="{A401B2BC-2EE9-472B-9220-C3AF736AD8CD}" srcOrd="0" destOrd="0" presId="urn:microsoft.com/office/officeart/2008/layout/RadialCluster"/>
    <dgm:cxn modelId="{8427A274-E244-4BA5-BB2E-65FC3E60BDA0}" srcId="{C5C154C6-D3AB-48B8-8172-A5D821409A47}" destId="{3F529791-C87F-4C2D-B401-431313E66827}" srcOrd="1" destOrd="0" parTransId="{4C2870C0-541C-4C60-B9A3-E5755314FBD2}" sibTransId="{FEFE9494-0A8A-4214-9FBD-8E409CCB3A0E}"/>
    <dgm:cxn modelId="{C1FFAD15-8A8D-487E-AD54-31E00A07340A}" srcId="{C5C154C6-D3AB-48B8-8172-A5D821409A47}" destId="{24445615-8E3B-4327-BD25-FC72E4131C65}" srcOrd="0" destOrd="0" parTransId="{1252C44C-9E48-48A8-A152-6B5B49018B76}" sibTransId="{0146CA6C-CAD2-4F74-ADFF-1BEC78000640}"/>
    <dgm:cxn modelId="{247957FB-7866-4269-BA72-9FB456277EDD}" srcId="{C5C154C6-D3AB-48B8-8172-A5D821409A47}" destId="{572203DE-73AA-4D06-BC91-9A85EDDEBD45}" srcOrd="2" destOrd="0" parTransId="{50C46B99-7C3E-45B6-AD47-176EC517886D}" sibTransId="{9275B9B2-CC91-4437-BBE2-5BF1E1DBE425}"/>
    <dgm:cxn modelId="{1BE05F87-345F-474B-A3EE-0837F3722816}" type="presOf" srcId="{50C46B99-7C3E-45B6-AD47-176EC517886D}" destId="{B22AAD6F-CD80-4638-84C4-E9A63C93282A}" srcOrd="0" destOrd="0" presId="urn:microsoft.com/office/officeart/2008/layout/RadialCluster"/>
    <dgm:cxn modelId="{55F87143-B845-4418-802D-9C3BDFDA4D98}" type="presOf" srcId="{C5C154C6-D3AB-48B8-8172-A5D821409A47}" destId="{E8E27B73-A21F-432F-82FB-5718A3748B96}" srcOrd="0" destOrd="0" presId="urn:microsoft.com/office/officeart/2008/layout/RadialCluster"/>
    <dgm:cxn modelId="{0DB818AE-FA53-4DC4-AF13-E80A033FB838}" srcId="{895F024B-ECC7-461D-925C-0A4C49905AA9}" destId="{C5C154C6-D3AB-48B8-8172-A5D821409A47}" srcOrd="0" destOrd="0" parTransId="{C594BA0A-D120-4424-BF88-D3A205450AFF}" sibTransId="{54DF7102-CD7B-435D-A4F5-7013390139F3}"/>
    <dgm:cxn modelId="{66C9E397-1761-47F1-BE42-229B27F850FA}" type="presOf" srcId="{24445615-8E3B-4327-BD25-FC72E4131C65}" destId="{2B3C57CA-B564-4E9D-BD24-00F166D04760}" srcOrd="0" destOrd="0" presId="urn:microsoft.com/office/officeart/2008/layout/RadialCluster"/>
    <dgm:cxn modelId="{CEAE7896-A15A-4F27-BE2E-143E50426321}" type="presOf" srcId="{3F529791-C87F-4C2D-B401-431313E66827}" destId="{E907E315-8A9F-4D36-9338-80E4B6824BFE}" srcOrd="0" destOrd="0" presId="urn:microsoft.com/office/officeart/2008/layout/RadialCluster"/>
    <dgm:cxn modelId="{8E803E62-C550-46CA-879A-11536470BAC4}" type="presOf" srcId="{1252C44C-9E48-48A8-A152-6B5B49018B76}" destId="{9E9DB251-8400-49D4-B1F7-C935CEF5CD17}" srcOrd="0" destOrd="0" presId="urn:microsoft.com/office/officeart/2008/layout/RadialCluster"/>
    <dgm:cxn modelId="{3CA74248-E3EA-4F0D-9D97-B661A3D2E613}" type="presOf" srcId="{895F024B-ECC7-461D-925C-0A4C49905AA9}" destId="{540E0353-7315-49D1-B3B5-92484BD2390C}" srcOrd="0" destOrd="0" presId="urn:microsoft.com/office/officeart/2008/layout/RadialCluster"/>
    <dgm:cxn modelId="{CF0255F0-37A4-48A9-82E8-20A922AA9EDA}" type="presParOf" srcId="{540E0353-7315-49D1-B3B5-92484BD2390C}" destId="{1AFF6EE3-99C9-46F8-A954-BE263E7571AF}" srcOrd="0" destOrd="0" presId="urn:microsoft.com/office/officeart/2008/layout/RadialCluster"/>
    <dgm:cxn modelId="{7372A713-61FC-402C-8E9A-FFA463952E7F}" type="presParOf" srcId="{1AFF6EE3-99C9-46F8-A954-BE263E7571AF}" destId="{E8E27B73-A21F-432F-82FB-5718A3748B96}" srcOrd="0" destOrd="0" presId="urn:microsoft.com/office/officeart/2008/layout/RadialCluster"/>
    <dgm:cxn modelId="{257EDC17-4668-4BCB-B4B0-C5D14C7290D8}" type="presParOf" srcId="{1AFF6EE3-99C9-46F8-A954-BE263E7571AF}" destId="{9E9DB251-8400-49D4-B1F7-C935CEF5CD17}" srcOrd="1" destOrd="0" presId="urn:microsoft.com/office/officeart/2008/layout/RadialCluster"/>
    <dgm:cxn modelId="{3938BA7D-BF87-4694-A677-63A353D5D84C}" type="presParOf" srcId="{1AFF6EE3-99C9-46F8-A954-BE263E7571AF}" destId="{2B3C57CA-B564-4E9D-BD24-00F166D04760}" srcOrd="2" destOrd="0" presId="urn:microsoft.com/office/officeart/2008/layout/RadialCluster"/>
    <dgm:cxn modelId="{6A43532C-1973-4A93-9BCE-8058EE1A996E}" type="presParOf" srcId="{1AFF6EE3-99C9-46F8-A954-BE263E7571AF}" destId="{A401B2BC-2EE9-472B-9220-C3AF736AD8CD}" srcOrd="3" destOrd="0" presId="urn:microsoft.com/office/officeart/2008/layout/RadialCluster"/>
    <dgm:cxn modelId="{6EA07F85-D4F0-4DA5-9FAF-7F5C51E8C5C7}" type="presParOf" srcId="{1AFF6EE3-99C9-46F8-A954-BE263E7571AF}" destId="{E907E315-8A9F-4D36-9338-80E4B6824BFE}" srcOrd="4" destOrd="0" presId="urn:microsoft.com/office/officeart/2008/layout/RadialCluster"/>
    <dgm:cxn modelId="{AF4EC328-1732-421F-B577-A83CAEDBB3F8}" type="presParOf" srcId="{1AFF6EE3-99C9-46F8-A954-BE263E7571AF}" destId="{B22AAD6F-CD80-4638-84C4-E9A63C93282A}" srcOrd="5" destOrd="0" presId="urn:microsoft.com/office/officeart/2008/layout/RadialCluster"/>
    <dgm:cxn modelId="{F830DFC8-1B26-4A4D-B07F-C650010EAC3E}" type="presParOf" srcId="{1AFF6EE3-99C9-46F8-A954-BE263E7571AF}" destId="{F3D62036-9896-4713-A54E-70BDBF34BF4D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0F8C09-0FF3-43C4-9F5E-8FC936C9227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73E7590-2E9F-4B17-A875-88DA2600EBD9}">
      <dgm:prSet phldrT="[Texte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fr-FR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1) trois cycles effectués à date</a:t>
          </a:r>
          <a:endParaRPr lang="fr-FR" sz="1600" dirty="0">
            <a:solidFill>
              <a:srgbClr val="0070C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F79259-7AF8-40AA-AFA5-59F015E6BCD1}" type="parTrans" cxnId="{C74A0C7A-6118-4D62-A84D-6D0968963DC2}">
      <dgm:prSet/>
      <dgm:spPr/>
      <dgm:t>
        <a:bodyPr/>
        <a:lstStyle/>
        <a:p>
          <a:endParaRPr lang="fr-FR"/>
        </a:p>
      </dgm:t>
    </dgm:pt>
    <dgm:pt modelId="{77C75C63-CCD2-4C9D-A9C9-F38D8D5B224E}" type="sibTrans" cxnId="{C74A0C7A-6118-4D62-A84D-6D0968963DC2}">
      <dgm:prSet/>
      <dgm:spPr/>
      <dgm:t>
        <a:bodyPr/>
        <a:lstStyle/>
        <a:p>
          <a:endParaRPr lang="fr-FR"/>
        </a:p>
      </dgm:t>
    </dgm:pt>
    <dgm:pt modelId="{E633ECD3-9B2E-44CD-82E2-229E9CFC204F}">
      <dgm:prSet phldrT="[Texte]" custT="1"/>
      <dgm:spPr>
        <a:solidFill>
          <a:srgbClr val="FFFF00"/>
        </a:solidFill>
      </dgm:spPr>
      <dgm:t>
        <a:bodyPr/>
        <a:lstStyle/>
        <a:p>
          <a:r>
            <a:rPr lang="fr-FR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4) 900€ distribués pour accompagner des événements heureux</a:t>
          </a:r>
          <a:endParaRPr lang="fr-FR" sz="1600" dirty="0">
            <a:solidFill>
              <a:srgbClr val="0070C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666E33-0226-4B47-BABF-645DEE3C2204}" type="parTrans" cxnId="{5E7D0002-17BC-444C-9E72-65FE39DD0B59}">
      <dgm:prSet/>
      <dgm:spPr/>
      <dgm:t>
        <a:bodyPr/>
        <a:lstStyle/>
        <a:p>
          <a:endParaRPr lang="fr-FR"/>
        </a:p>
      </dgm:t>
    </dgm:pt>
    <dgm:pt modelId="{CD039023-1EC7-482B-8542-590E4D1FAA6E}" type="sibTrans" cxnId="{5E7D0002-17BC-444C-9E72-65FE39DD0B59}">
      <dgm:prSet/>
      <dgm:spPr/>
      <dgm:t>
        <a:bodyPr/>
        <a:lstStyle/>
        <a:p>
          <a:endParaRPr lang="fr-FR"/>
        </a:p>
      </dgm:t>
    </dgm:pt>
    <dgm:pt modelId="{85020274-2A28-434D-AD77-AD07581BE392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fr-FR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5) deux embauches CDI  et une promesse d’embauche ferme</a:t>
          </a:r>
        </a:p>
      </dgm:t>
    </dgm:pt>
    <dgm:pt modelId="{4C99817D-64DE-43BD-862A-351174808316}" type="parTrans" cxnId="{2E80AA9F-6E07-4938-A6C5-D6D49DFC16D6}">
      <dgm:prSet/>
      <dgm:spPr/>
      <dgm:t>
        <a:bodyPr/>
        <a:lstStyle/>
        <a:p>
          <a:endParaRPr lang="fr-FR"/>
        </a:p>
      </dgm:t>
    </dgm:pt>
    <dgm:pt modelId="{6EC594D8-C806-4B46-9EA0-34094F8F2BEF}" type="sibTrans" cxnId="{2E80AA9F-6E07-4938-A6C5-D6D49DFC16D6}">
      <dgm:prSet/>
      <dgm:spPr/>
      <dgm:t>
        <a:bodyPr/>
        <a:lstStyle/>
        <a:p>
          <a:endParaRPr lang="fr-FR"/>
        </a:p>
      </dgm:t>
    </dgm:pt>
    <dgm:pt modelId="{33ECE5A6-5453-4F64-8589-D9D1FE4AFED2}">
      <dgm:prSet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fr-FR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2) une inscription en MBA</a:t>
          </a:r>
        </a:p>
      </dgm:t>
    </dgm:pt>
    <dgm:pt modelId="{9CAE68AF-63B4-4186-9CA9-CE96314D1533}" type="parTrans" cxnId="{D6066DFC-394A-412E-A2EF-728C87FAA5C2}">
      <dgm:prSet/>
      <dgm:spPr/>
      <dgm:t>
        <a:bodyPr/>
        <a:lstStyle/>
        <a:p>
          <a:endParaRPr lang="fr-FR"/>
        </a:p>
      </dgm:t>
    </dgm:pt>
    <dgm:pt modelId="{8BDC5AB3-BD79-442A-A4E3-0D7D142BD38B}" type="sibTrans" cxnId="{D6066DFC-394A-412E-A2EF-728C87FAA5C2}">
      <dgm:prSet/>
      <dgm:spPr/>
      <dgm:t>
        <a:bodyPr/>
        <a:lstStyle/>
        <a:p>
          <a:endParaRPr lang="fr-FR"/>
        </a:p>
      </dgm:t>
    </dgm:pt>
    <dgm:pt modelId="{7B0A18F2-73F3-4226-8340-1A6EBF83C04C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fr-FR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6) Conseil à l’entreprenariat &amp; freelance</a:t>
          </a:r>
        </a:p>
      </dgm:t>
    </dgm:pt>
    <dgm:pt modelId="{4B381AF4-3EE7-44D7-8C34-9E161A2CFF56}" type="parTrans" cxnId="{45E64CC9-BD29-4CF8-9E74-7B15FB0E8096}">
      <dgm:prSet/>
      <dgm:spPr/>
      <dgm:t>
        <a:bodyPr/>
        <a:lstStyle/>
        <a:p>
          <a:endParaRPr lang="fr-FR"/>
        </a:p>
      </dgm:t>
    </dgm:pt>
    <dgm:pt modelId="{B6911E09-8273-425E-991C-1C533D7A6B53}" type="sibTrans" cxnId="{45E64CC9-BD29-4CF8-9E74-7B15FB0E8096}">
      <dgm:prSet/>
      <dgm:spPr/>
      <dgm:t>
        <a:bodyPr/>
        <a:lstStyle/>
        <a:p>
          <a:endParaRPr lang="fr-FR"/>
        </a:p>
      </dgm:t>
    </dgm:pt>
    <dgm:pt modelId="{E7DF4756-8A24-4506-A81D-FF824A22B525}">
      <dgm:prSet custT="1"/>
      <dgm:spPr>
        <a:solidFill>
          <a:schemeClr val="bg1"/>
        </a:solidFill>
      </dgm:spPr>
      <dgm:t>
        <a:bodyPr/>
        <a:lstStyle/>
        <a:p>
          <a:r>
            <a:rPr lang="fr-FR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3) ~8000€ de fonds disponibles pour l’investissement ou prêt</a:t>
          </a:r>
        </a:p>
      </dgm:t>
    </dgm:pt>
    <dgm:pt modelId="{B151500A-6C75-4B26-A49C-15F559465DA6}" type="parTrans" cxnId="{5C80C404-BBC9-4681-82C3-110C43474434}">
      <dgm:prSet/>
      <dgm:spPr/>
      <dgm:t>
        <a:bodyPr/>
        <a:lstStyle/>
        <a:p>
          <a:endParaRPr lang="fr-FR"/>
        </a:p>
      </dgm:t>
    </dgm:pt>
    <dgm:pt modelId="{B4E43958-F3B7-4CEF-BAF1-CD12772E6F72}" type="sibTrans" cxnId="{5C80C404-BBC9-4681-82C3-110C43474434}">
      <dgm:prSet/>
      <dgm:spPr/>
      <dgm:t>
        <a:bodyPr/>
        <a:lstStyle/>
        <a:p>
          <a:endParaRPr lang="fr-FR"/>
        </a:p>
      </dgm:t>
    </dgm:pt>
    <dgm:pt modelId="{7C58383C-BC05-4E14-8593-2DB6CDFF73E0}" type="pres">
      <dgm:prSet presAssocID="{B90F8C09-0FF3-43C4-9F5E-8FC936C9227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30E75DF-EFA2-4854-BF1D-0AD4660E2288}" type="pres">
      <dgm:prSet presAssocID="{073E7590-2E9F-4B17-A875-88DA2600EBD9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A72E1F5-D060-460D-9809-3EF4F4BC1FB5}" type="pres">
      <dgm:prSet presAssocID="{77C75C63-CCD2-4C9D-A9C9-F38D8D5B224E}" presName="sibTrans" presStyleCnt="0"/>
      <dgm:spPr/>
    </dgm:pt>
    <dgm:pt modelId="{0BD6B1D8-B0EF-4FB9-9979-C82EF0F1F439}" type="pres">
      <dgm:prSet presAssocID="{E633ECD3-9B2E-44CD-82E2-229E9CFC204F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A1038E8-4CF6-4B85-BF07-4610911C1505}" type="pres">
      <dgm:prSet presAssocID="{CD039023-1EC7-482B-8542-590E4D1FAA6E}" presName="sibTrans" presStyleCnt="0"/>
      <dgm:spPr/>
    </dgm:pt>
    <dgm:pt modelId="{DC6620E2-D5C1-411B-9073-B9E812123A2B}" type="pres">
      <dgm:prSet presAssocID="{33ECE5A6-5453-4F64-8589-D9D1FE4AFED2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3F8EC3C-0EAC-488C-8F1A-B48AD4F1A73D}" type="pres">
      <dgm:prSet presAssocID="{8BDC5AB3-BD79-442A-A4E3-0D7D142BD38B}" presName="sibTrans" presStyleCnt="0"/>
      <dgm:spPr/>
    </dgm:pt>
    <dgm:pt modelId="{1F57CE29-E565-4B2B-9B73-C85BAB503E8D}" type="pres">
      <dgm:prSet presAssocID="{85020274-2A28-434D-AD77-AD07581BE392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75ED5DB-DA36-457E-BF89-2532CC27BBA9}" type="pres">
      <dgm:prSet presAssocID="{6EC594D8-C806-4B46-9EA0-34094F8F2BEF}" presName="sibTrans" presStyleCnt="0"/>
      <dgm:spPr/>
    </dgm:pt>
    <dgm:pt modelId="{DEDD559E-D634-4EEB-9522-956D2B242E05}" type="pres">
      <dgm:prSet presAssocID="{E7DF4756-8A24-4506-A81D-FF824A22B525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6B01F45-0562-458C-8036-B7EA4DF87CB0}" type="pres">
      <dgm:prSet presAssocID="{B4E43958-F3B7-4CEF-BAF1-CD12772E6F72}" presName="sibTrans" presStyleCnt="0"/>
      <dgm:spPr/>
    </dgm:pt>
    <dgm:pt modelId="{7D6C5E80-7AE9-48C2-A68C-7C01E970F07D}" type="pres">
      <dgm:prSet presAssocID="{7B0A18F2-73F3-4226-8340-1A6EBF83C04C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8C7F8238-809B-470F-B048-87467362757F}" type="presOf" srcId="{B90F8C09-0FF3-43C4-9F5E-8FC936C92274}" destId="{7C58383C-BC05-4E14-8593-2DB6CDFF73E0}" srcOrd="0" destOrd="0" presId="urn:microsoft.com/office/officeart/2005/8/layout/default"/>
    <dgm:cxn modelId="{C74A0C7A-6118-4D62-A84D-6D0968963DC2}" srcId="{B90F8C09-0FF3-43C4-9F5E-8FC936C92274}" destId="{073E7590-2E9F-4B17-A875-88DA2600EBD9}" srcOrd="0" destOrd="0" parTransId="{ABF79259-7AF8-40AA-AFA5-59F015E6BCD1}" sibTransId="{77C75C63-CCD2-4C9D-A9C9-F38D8D5B224E}"/>
    <dgm:cxn modelId="{2E80AA9F-6E07-4938-A6C5-D6D49DFC16D6}" srcId="{B90F8C09-0FF3-43C4-9F5E-8FC936C92274}" destId="{85020274-2A28-434D-AD77-AD07581BE392}" srcOrd="3" destOrd="0" parTransId="{4C99817D-64DE-43BD-862A-351174808316}" sibTransId="{6EC594D8-C806-4B46-9EA0-34094F8F2BEF}"/>
    <dgm:cxn modelId="{5E7D0002-17BC-444C-9E72-65FE39DD0B59}" srcId="{B90F8C09-0FF3-43C4-9F5E-8FC936C92274}" destId="{E633ECD3-9B2E-44CD-82E2-229E9CFC204F}" srcOrd="1" destOrd="0" parTransId="{DE666E33-0226-4B47-BABF-645DEE3C2204}" sibTransId="{CD039023-1EC7-482B-8542-590E4D1FAA6E}"/>
    <dgm:cxn modelId="{93F64735-15FA-4B2B-81FD-0106E01962BD}" type="presOf" srcId="{85020274-2A28-434D-AD77-AD07581BE392}" destId="{1F57CE29-E565-4B2B-9B73-C85BAB503E8D}" srcOrd="0" destOrd="0" presId="urn:microsoft.com/office/officeart/2005/8/layout/default"/>
    <dgm:cxn modelId="{0B9FE6EB-41CD-409B-8939-B7C326D8D0D7}" type="presOf" srcId="{7B0A18F2-73F3-4226-8340-1A6EBF83C04C}" destId="{7D6C5E80-7AE9-48C2-A68C-7C01E970F07D}" srcOrd="0" destOrd="0" presId="urn:microsoft.com/office/officeart/2005/8/layout/default"/>
    <dgm:cxn modelId="{E836ADCA-AC1E-4DA2-B43B-27D8C8C59BDB}" type="presOf" srcId="{073E7590-2E9F-4B17-A875-88DA2600EBD9}" destId="{730E75DF-EFA2-4854-BF1D-0AD4660E2288}" srcOrd="0" destOrd="0" presId="urn:microsoft.com/office/officeart/2005/8/layout/default"/>
    <dgm:cxn modelId="{D6066DFC-394A-412E-A2EF-728C87FAA5C2}" srcId="{B90F8C09-0FF3-43C4-9F5E-8FC936C92274}" destId="{33ECE5A6-5453-4F64-8589-D9D1FE4AFED2}" srcOrd="2" destOrd="0" parTransId="{9CAE68AF-63B4-4186-9CA9-CE96314D1533}" sibTransId="{8BDC5AB3-BD79-442A-A4E3-0D7D142BD38B}"/>
    <dgm:cxn modelId="{45E64CC9-BD29-4CF8-9E74-7B15FB0E8096}" srcId="{B90F8C09-0FF3-43C4-9F5E-8FC936C92274}" destId="{7B0A18F2-73F3-4226-8340-1A6EBF83C04C}" srcOrd="5" destOrd="0" parTransId="{4B381AF4-3EE7-44D7-8C34-9E161A2CFF56}" sibTransId="{B6911E09-8273-425E-991C-1C533D7A6B53}"/>
    <dgm:cxn modelId="{5C80C404-BBC9-4681-82C3-110C43474434}" srcId="{B90F8C09-0FF3-43C4-9F5E-8FC936C92274}" destId="{E7DF4756-8A24-4506-A81D-FF824A22B525}" srcOrd="4" destOrd="0" parTransId="{B151500A-6C75-4B26-A49C-15F559465DA6}" sibTransId="{B4E43958-F3B7-4CEF-BAF1-CD12772E6F72}"/>
    <dgm:cxn modelId="{FBBD5882-CA46-4954-9D12-03C5C932063E}" type="presOf" srcId="{33ECE5A6-5453-4F64-8589-D9D1FE4AFED2}" destId="{DC6620E2-D5C1-411B-9073-B9E812123A2B}" srcOrd="0" destOrd="0" presId="urn:microsoft.com/office/officeart/2005/8/layout/default"/>
    <dgm:cxn modelId="{8B55526F-A3EA-466A-8F00-2B0F7E5C13C4}" type="presOf" srcId="{E7DF4756-8A24-4506-A81D-FF824A22B525}" destId="{DEDD559E-D634-4EEB-9522-956D2B242E05}" srcOrd="0" destOrd="0" presId="urn:microsoft.com/office/officeart/2005/8/layout/default"/>
    <dgm:cxn modelId="{791BAF30-D3FC-4561-BEB8-DB9C304A2057}" type="presOf" srcId="{E633ECD3-9B2E-44CD-82E2-229E9CFC204F}" destId="{0BD6B1D8-B0EF-4FB9-9979-C82EF0F1F439}" srcOrd="0" destOrd="0" presId="urn:microsoft.com/office/officeart/2005/8/layout/default"/>
    <dgm:cxn modelId="{35E0FCF8-A388-47FF-B96C-542F883B556A}" type="presParOf" srcId="{7C58383C-BC05-4E14-8593-2DB6CDFF73E0}" destId="{730E75DF-EFA2-4854-BF1D-0AD4660E2288}" srcOrd="0" destOrd="0" presId="urn:microsoft.com/office/officeart/2005/8/layout/default"/>
    <dgm:cxn modelId="{471A9718-2A91-49FA-9A6B-C3432A9F733B}" type="presParOf" srcId="{7C58383C-BC05-4E14-8593-2DB6CDFF73E0}" destId="{7A72E1F5-D060-460D-9809-3EF4F4BC1FB5}" srcOrd="1" destOrd="0" presId="urn:microsoft.com/office/officeart/2005/8/layout/default"/>
    <dgm:cxn modelId="{3FE695A0-1200-469A-BF23-90B3718F841E}" type="presParOf" srcId="{7C58383C-BC05-4E14-8593-2DB6CDFF73E0}" destId="{0BD6B1D8-B0EF-4FB9-9979-C82EF0F1F439}" srcOrd="2" destOrd="0" presId="urn:microsoft.com/office/officeart/2005/8/layout/default"/>
    <dgm:cxn modelId="{73190D4F-0BAF-4A5E-AF4A-D58523BDB3E9}" type="presParOf" srcId="{7C58383C-BC05-4E14-8593-2DB6CDFF73E0}" destId="{DA1038E8-4CF6-4B85-BF07-4610911C1505}" srcOrd="3" destOrd="0" presId="urn:microsoft.com/office/officeart/2005/8/layout/default"/>
    <dgm:cxn modelId="{386CDB60-08D9-42E4-8BEB-9D3A4AE3E10D}" type="presParOf" srcId="{7C58383C-BC05-4E14-8593-2DB6CDFF73E0}" destId="{DC6620E2-D5C1-411B-9073-B9E812123A2B}" srcOrd="4" destOrd="0" presId="urn:microsoft.com/office/officeart/2005/8/layout/default"/>
    <dgm:cxn modelId="{1DAE76A7-51F1-4AA0-87FA-F3C1163C8C2D}" type="presParOf" srcId="{7C58383C-BC05-4E14-8593-2DB6CDFF73E0}" destId="{B3F8EC3C-0EAC-488C-8F1A-B48AD4F1A73D}" srcOrd="5" destOrd="0" presId="urn:microsoft.com/office/officeart/2005/8/layout/default"/>
    <dgm:cxn modelId="{A919A427-6D49-486E-84D5-7AC0F45DF8E2}" type="presParOf" srcId="{7C58383C-BC05-4E14-8593-2DB6CDFF73E0}" destId="{1F57CE29-E565-4B2B-9B73-C85BAB503E8D}" srcOrd="6" destOrd="0" presId="urn:microsoft.com/office/officeart/2005/8/layout/default"/>
    <dgm:cxn modelId="{5FCBCC37-5B11-4C51-98C1-F776EE991A5B}" type="presParOf" srcId="{7C58383C-BC05-4E14-8593-2DB6CDFF73E0}" destId="{475ED5DB-DA36-457E-BF89-2532CC27BBA9}" srcOrd="7" destOrd="0" presId="urn:microsoft.com/office/officeart/2005/8/layout/default"/>
    <dgm:cxn modelId="{8E0202CD-7508-4BEB-BDCF-ADD531D0BAB1}" type="presParOf" srcId="{7C58383C-BC05-4E14-8593-2DB6CDFF73E0}" destId="{DEDD559E-D634-4EEB-9522-956D2B242E05}" srcOrd="8" destOrd="0" presId="urn:microsoft.com/office/officeart/2005/8/layout/default"/>
    <dgm:cxn modelId="{E3DD52DD-431B-49BE-9964-FF40FD610654}" type="presParOf" srcId="{7C58383C-BC05-4E14-8593-2DB6CDFF73E0}" destId="{16B01F45-0562-458C-8036-B7EA4DF87CB0}" srcOrd="9" destOrd="0" presId="urn:microsoft.com/office/officeart/2005/8/layout/default"/>
    <dgm:cxn modelId="{8D43C980-92D1-4B2A-A315-E302CDF933DC}" type="presParOf" srcId="{7C58383C-BC05-4E14-8593-2DB6CDFF73E0}" destId="{7D6C5E80-7AE9-48C2-A68C-7C01E970F07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A624D3-13B7-40E5-902D-B90F5363023B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F98F044-AA10-490E-B364-9970B93FE27C}">
      <dgm:prSet phldrT="[Texte]" custT="1"/>
      <dgm:spPr/>
      <dgm:t>
        <a:bodyPr/>
        <a:lstStyle/>
        <a:p>
          <a:r>
            <a:rPr lang="fr-FR" sz="24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 participations dans une entreprise ou un projet</a:t>
          </a:r>
          <a:endParaRPr lang="fr-FR" sz="2400" dirty="0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B840D7-C5AB-46D7-90DD-6887B7F4C572}" type="parTrans" cxnId="{CF7BA742-7132-4279-A389-91BB069CACAE}">
      <dgm:prSet/>
      <dgm:spPr/>
      <dgm:t>
        <a:bodyPr/>
        <a:lstStyle/>
        <a:p>
          <a:endParaRPr lang="fr-FR"/>
        </a:p>
      </dgm:t>
    </dgm:pt>
    <dgm:pt modelId="{6E986905-4C7C-4B38-9C4A-EADDF265563F}" type="sibTrans" cxnId="{CF7BA742-7132-4279-A389-91BB069CACAE}">
      <dgm:prSet/>
      <dgm:spPr/>
      <dgm:t>
        <a:bodyPr/>
        <a:lstStyle/>
        <a:p>
          <a:endParaRPr lang="fr-FR"/>
        </a:p>
      </dgm:t>
    </dgm:pt>
    <dgm:pt modelId="{730F42C0-AD0C-49B6-B42B-5443B7465282}">
      <dgm:prSet phldrT="[Texte]" custT="1"/>
      <dgm:spPr>
        <a:solidFill>
          <a:srgbClr val="FFFF00"/>
        </a:solidFill>
      </dgm:spPr>
      <dgm:t>
        <a:bodyPr/>
        <a:lstStyle/>
        <a:p>
          <a:r>
            <a:rPr lang="fr-FR" sz="24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 CDI signés </a:t>
          </a:r>
          <a:endParaRPr lang="fr-FR" sz="2400" dirty="0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53280A-CE79-458F-9164-DDD2DDCFCA77}" type="parTrans" cxnId="{C481ADA3-2159-443C-BCC9-15ED1F8EEAFE}">
      <dgm:prSet/>
      <dgm:spPr/>
      <dgm:t>
        <a:bodyPr/>
        <a:lstStyle/>
        <a:p>
          <a:endParaRPr lang="fr-FR"/>
        </a:p>
      </dgm:t>
    </dgm:pt>
    <dgm:pt modelId="{0C6B6609-1A6C-4951-AFAA-6D1777804F4E}" type="sibTrans" cxnId="{C481ADA3-2159-443C-BCC9-15ED1F8EEAFE}">
      <dgm:prSet/>
      <dgm:spPr/>
      <dgm:t>
        <a:bodyPr/>
        <a:lstStyle/>
        <a:p>
          <a:endParaRPr lang="fr-FR"/>
        </a:p>
      </dgm:t>
    </dgm:pt>
    <dgm:pt modelId="{56E619EC-532E-4286-B2FB-D87F00FA1801}">
      <dgm:prSet phldrT="[Texte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fr-FR" sz="24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 actions caritatives</a:t>
          </a:r>
          <a:endParaRPr lang="fr-FR" sz="2400" dirty="0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F8A4BB-B6C2-42C3-815E-5CAAAE9498D8}" type="parTrans" cxnId="{BA1D3604-EC01-4953-954A-D854635CD7CB}">
      <dgm:prSet/>
      <dgm:spPr/>
      <dgm:t>
        <a:bodyPr/>
        <a:lstStyle/>
        <a:p>
          <a:endParaRPr lang="fr-FR"/>
        </a:p>
      </dgm:t>
    </dgm:pt>
    <dgm:pt modelId="{C84B9FB2-1978-4CC7-93B9-02BF6277D264}" type="sibTrans" cxnId="{BA1D3604-EC01-4953-954A-D854635CD7CB}">
      <dgm:prSet/>
      <dgm:spPr/>
      <dgm:t>
        <a:bodyPr/>
        <a:lstStyle/>
        <a:p>
          <a:endParaRPr lang="fr-FR"/>
        </a:p>
      </dgm:t>
    </dgm:pt>
    <dgm:pt modelId="{5726CED4-EE09-451A-AF32-2BE1E4EB38A1}" type="pres">
      <dgm:prSet presAssocID="{C2A624D3-13B7-40E5-902D-B90F5363023B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2B9BFE7-4D9C-420D-86C4-4482DE93AA04}" type="pres">
      <dgm:prSet presAssocID="{4F98F044-AA10-490E-B364-9970B93FE27C}" presName="comp" presStyleCnt="0"/>
      <dgm:spPr/>
    </dgm:pt>
    <dgm:pt modelId="{11EF7575-EFE0-49B3-A452-DF5946B3BA61}" type="pres">
      <dgm:prSet presAssocID="{4F98F044-AA10-490E-B364-9970B93FE27C}" presName="box" presStyleLbl="node1" presStyleIdx="0" presStyleCnt="3" custLinFactNeighborY="-2951"/>
      <dgm:spPr/>
      <dgm:t>
        <a:bodyPr/>
        <a:lstStyle/>
        <a:p>
          <a:endParaRPr lang="fr-FR"/>
        </a:p>
      </dgm:t>
    </dgm:pt>
    <dgm:pt modelId="{1A23C2AA-C054-4AA8-BC5A-0F64829176E8}" type="pres">
      <dgm:prSet presAssocID="{4F98F044-AA10-490E-B364-9970B93FE27C}" presName="img" presStyleLbl="fgImgPlac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</dgm:pt>
    <dgm:pt modelId="{7B0F7D64-FA56-49BA-B490-8424407CDD0E}" type="pres">
      <dgm:prSet presAssocID="{4F98F044-AA10-490E-B364-9970B93FE27C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22C03AB-04E1-431A-87A5-93D0F2A58ED6}" type="pres">
      <dgm:prSet presAssocID="{6E986905-4C7C-4B38-9C4A-EADDF265563F}" presName="spacer" presStyleCnt="0"/>
      <dgm:spPr/>
    </dgm:pt>
    <dgm:pt modelId="{FBCCCBD6-A30A-4B11-B3A3-0A68763F08AB}" type="pres">
      <dgm:prSet presAssocID="{730F42C0-AD0C-49B6-B42B-5443B7465282}" presName="comp" presStyleCnt="0"/>
      <dgm:spPr/>
    </dgm:pt>
    <dgm:pt modelId="{3BCB3FA2-61D3-4BC5-AF24-ACBBACFA222E}" type="pres">
      <dgm:prSet presAssocID="{730F42C0-AD0C-49B6-B42B-5443B7465282}" presName="box" presStyleLbl="node1" presStyleIdx="1" presStyleCnt="3"/>
      <dgm:spPr/>
      <dgm:t>
        <a:bodyPr/>
        <a:lstStyle/>
        <a:p>
          <a:endParaRPr lang="fr-FR"/>
        </a:p>
      </dgm:t>
    </dgm:pt>
    <dgm:pt modelId="{1BF33227-3FF4-4C96-A9DF-DBE35F47B2D1}" type="pres">
      <dgm:prSet presAssocID="{730F42C0-AD0C-49B6-B42B-5443B7465282}" presName="img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3000" b="-13000"/>
          </a:stretch>
        </a:blipFill>
      </dgm:spPr>
      <dgm:t>
        <a:bodyPr/>
        <a:lstStyle/>
        <a:p>
          <a:endParaRPr lang="fr-FR"/>
        </a:p>
      </dgm:t>
    </dgm:pt>
    <dgm:pt modelId="{CD6D489F-1CC7-4B75-ACC6-C5CB764BCA39}" type="pres">
      <dgm:prSet presAssocID="{730F42C0-AD0C-49B6-B42B-5443B7465282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6196D53-A1F3-4544-A550-76DE3D7C8E8E}" type="pres">
      <dgm:prSet presAssocID="{0C6B6609-1A6C-4951-AFAA-6D1777804F4E}" presName="spacer" presStyleCnt="0"/>
      <dgm:spPr/>
    </dgm:pt>
    <dgm:pt modelId="{513AF7C8-CEAB-4CA0-95D3-9CB097BA9A62}" type="pres">
      <dgm:prSet presAssocID="{56E619EC-532E-4286-B2FB-D87F00FA1801}" presName="comp" presStyleCnt="0"/>
      <dgm:spPr/>
    </dgm:pt>
    <dgm:pt modelId="{5B7D0383-2FE5-4F28-B3ED-8DE541448F9E}" type="pres">
      <dgm:prSet presAssocID="{56E619EC-532E-4286-B2FB-D87F00FA1801}" presName="box" presStyleLbl="node1" presStyleIdx="2" presStyleCnt="3"/>
      <dgm:spPr/>
      <dgm:t>
        <a:bodyPr/>
        <a:lstStyle/>
        <a:p>
          <a:endParaRPr lang="fr-FR"/>
        </a:p>
      </dgm:t>
    </dgm:pt>
    <dgm:pt modelId="{8A276F7F-9628-4474-8FF5-F860B2E58428}" type="pres">
      <dgm:prSet presAssocID="{56E619EC-532E-4286-B2FB-D87F00FA1801}" presName="img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  <dgm:t>
        <a:bodyPr/>
        <a:lstStyle/>
        <a:p>
          <a:endParaRPr lang="fr-FR"/>
        </a:p>
      </dgm:t>
    </dgm:pt>
    <dgm:pt modelId="{2CE80D36-94A2-41D7-8203-BF18D2237D55}" type="pres">
      <dgm:prSet presAssocID="{56E619EC-532E-4286-B2FB-D87F00FA1801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8F8A6A6-9EB4-4B32-826B-72B0665DE49F}" type="presOf" srcId="{730F42C0-AD0C-49B6-B42B-5443B7465282}" destId="{CD6D489F-1CC7-4B75-ACC6-C5CB764BCA39}" srcOrd="1" destOrd="0" presId="urn:microsoft.com/office/officeart/2005/8/layout/vList4"/>
    <dgm:cxn modelId="{C481ADA3-2159-443C-BCC9-15ED1F8EEAFE}" srcId="{C2A624D3-13B7-40E5-902D-B90F5363023B}" destId="{730F42C0-AD0C-49B6-B42B-5443B7465282}" srcOrd="1" destOrd="0" parTransId="{1F53280A-CE79-458F-9164-DDD2DDCFCA77}" sibTransId="{0C6B6609-1A6C-4951-AFAA-6D1777804F4E}"/>
    <dgm:cxn modelId="{9DBEDC83-A45B-4DBE-AF5E-4A0A7ED88D53}" type="presOf" srcId="{C2A624D3-13B7-40E5-902D-B90F5363023B}" destId="{5726CED4-EE09-451A-AF32-2BE1E4EB38A1}" srcOrd="0" destOrd="0" presId="urn:microsoft.com/office/officeart/2005/8/layout/vList4"/>
    <dgm:cxn modelId="{4ECA9657-FE10-431B-992F-61BB2EADE140}" type="presOf" srcId="{56E619EC-532E-4286-B2FB-D87F00FA1801}" destId="{5B7D0383-2FE5-4F28-B3ED-8DE541448F9E}" srcOrd="0" destOrd="0" presId="urn:microsoft.com/office/officeart/2005/8/layout/vList4"/>
    <dgm:cxn modelId="{898D305B-2E2A-4231-A3FA-80E5B7ADA37A}" type="presOf" srcId="{56E619EC-532E-4286-B2FB-D87F00FA1801}" destId="{2CE80D36-94A2-41D7-8203-BF18D2237D55}" srcOrd="1" destOrd="0" presId="urn:microsoft.com/office/officeart/2005/8/layout/vList4"/>
    <dgm:cxn modelId="{A7B3305F-F124-4949-929E-76D53D99C5AB}" type="presOf" srcId="{4F98F044-AA10-490E-B364-9970B93FE27C}" destId="{11EF7575-EFE0-49B3-A452-DF5946B3BA61}" srcOrd="0" destOrd="0" presId="urn:microsoft.com/office/officeart/2005/8/layout/vList4"/>
    <dgm:cxn modelId="{BA1D3604-EC01-4953-954A-D854635CD7CB}" srcId="{C2A624D3-13B7-40E5-902D-B90F5363023B}" destId="{56E619EC-532E-4286-B2FB-D87F00FA1801}" srcOrd="2" destOrd="0" parTransId="{B4F8A4BB-B6C2-42C3-815E-5CAAAE9498D8}" sibTransId="{C84B9FB2-1978-4CC7-93B9-02BF6277D264}"/>
    <dgm:cxn modelId="{CF7BA742-7132-4279-A389-91BB069CACAE}" srcId="{C2A624D3-13B7-40E5-902D-B90F5363023B}" destId="{4F98F044-AA10-490E-B364-9970B93FE27C}" srcOrd="0" destOrd="0" parTransId="{28B840D7-C5AB-46D7-90DD-6887B7F4C572}" sibTransId="{6E986905-4C7C-4B38-9C4A-EADDF265563F}"/>
    <dgm:cxn modelId="{8469B27F-C8A5-49A7-8693-0EA56D2D696A}" type="presOf" srcId="{4F98F044-AA10-490E-B364-9970B93FE27C}" destId="{7B0F7D64-FA56-49BA-B490-8424407CDD0E}" srcOrd="1" destOrd="0" presId="urn:microsoft.com/office/officeart/2005/8/layout/vList4"/>
    <dgm:cxn modelId="{ECBB32FA-5716-49C3-96B6-7006EBA35D62}" type="presOf" srcId="{730F42C0-AD0C-49B6-B42B-5443B7465282}" destId="{3BCB3FA2-61D3-4BC5-AF24-ACBBACFA222E}" srcOrd="0" destOrd="0" presId="urn:microsoft.com/office/officeart/2005/8/layout/vList4"/>
    <dgm:cxn modelId="{4B85DD29-FE2D-434B-9BC5-EAFE88B16FCE}" type="presParOf" srcId="{5726CED4-EE09-451A-AF32-2BE1E4EB38A1}" destId="{B2B9BFE7-4D9C-420D-86C4-4482DE93AA04}" srcOrd="0" destOrd="0" presId="urn:microsoft.com/office/officeart/2005/8/layout/vList4"/>
    <dgm:cxn modelId="{A389431B-4C11-4FC8-BB6A-7A99C72381C8}" type="presParOf" srcId="{B2B9BFE7-4D9C-420D-86C4-4482DE93AA04}" destId="{11EF7575-EFE0-49B3-A452-DF5946B3BA61}" srcOrd="0" destOrd="0" presId="urn:microsoft.com/office/officeart/2005/8/layout/vList4"/>
    <dgm:cxn modelId="{BE99430E-E9C2-4627-8EDA-113A2BFB14F9}" type="presParOf" srcId="{B2B9BFE7-4D9C-420D-86C4-4482DE93AA04}" destId="{1A23C2AA-C054-4AA8-BC5A-0F64829176E8}" srcOrd="1" destOrd="0" presId="urn:microsoft.com/office/officeart/2005/8/layout/vList4"/>
    <dgm:cxn modelId="{7DF9657C-56D0-4DDF-81FC-5CB77BEAD0E5}" type="presParOf" srcId="{B2B9BFE7-4D9C-420D-86C4-4482DE93AA04}" destId="{7B0F7D64-FA56-49BA-B490-8424407CDD0E}" srcOrd="2" destOrd="0" presId="urn:microsoft.com/office/officeart/2005/8/layout/vList4"/>
    <dgm:cxn modelId="{26CA0CCE-1032-4B66-B800-A222D63AE894}" type="presParOf" srcId="{5726CED4-EE09-451A-AF32-2BE1E4EB38A1}" destId="{222C03AB-04E1-431A-87A5-93D0F2A58ED6}" srcOrd="1" destOrd="0" presId="urn:microsoft.com/office/officeart/2005/8/layout/vList4"/>
    <dgm:cxn modelId="{BA0971F6-4701-41BA-B9DD-1B65457E10AA}" type="presParOf" srcId="{5726CED4-EE09-451A-AF32-2BE1E4EB38A1}" destId="{FBCCCBD6-A30A-4B11-B3A3-0A68763F08AB}" srcOrd="2" destOrd="0" presId="urn:microsoft.com/office/officeart/2005/8/layout/vList4"/>
    <dgm:cxn modelId="{04DAEF20-B5E0-4669-AA0D-251086B61900}" type="presParOf" srcId="{FBCCCBD6-A30A-4B11-B3A3-0A68763F08AB}" destId="{3BCB3FA2-61D3-4BC5-AF24-ACBBACFA222E}" srcOrd="0" destOrd="0" presId="urn:microsoft.com/office/officeart/2005/8/layout/vList4"/>
    <dgm:cxn modelId="{C69B1F08-E697-4690-A659-FD746404D711}" type="presParOf" srcId="{FBCCCBD6-A30A-4B11-B3A3-0A68763F08AB}" destId="{1BF33227-3FF4-4C96-A9DF-DBE35F47B2D1}" srcOrd="1" destOrd="0" presId="urn:microsoft.com/office/officeart/2005/8/layout/vList4"/>
    <dgm:cxn modelId="{B1BB678C-D74B-427C-8D94-08A8520E4929}" type="presParOf" srcId="{FBCCCBD6-A30A-4B11-B3A3-0A68763F08AB}" destId="{CD6D489F-1CC7-4B75-ACC6-C5CB764BCA39}" srcOrd="2" destOrd="0" presId="urn:microsoft.com/office/officeart/2005/8/layout/vList4"/>
    <dgm:cxn modelId="{5EDCD980-CFA6-433C-8EA7-76FF7A5D99C4}" type="presParOf" srcId="{5726CED4-EE09-451A-AF32-2BE1E4EB38A1}" destId="{36196D53-A1F3-4544-A550-76DE3D7C8E8E}" srcOrd="3" destOrd="0" presId="urn:microsoft.com/office/officeart/2005/8/layout/vList4"/>
    <dgm:cxn modelId="{CCDF04C3-A17B-4A08-9EAD-D2950359B7FE}" type="presParOf" srcId="{5726CED4-EE09-451A-AF32-2BE1E4EB38A1}" destId="{513AF7C8-CEAB-4CA0-95D3-9CB097BA9A62}" srcOrd="4" destOrd="0" presId="urn:microsoft.com/office/officeart/2005/8/layout/vList4"/>
    <dgm:cxn modelId="{0C92AF7B-5267-4CFA-8C7F-054BEDCFE0C1}" type="presParOf" srcId="{513AF7C8-CEAB-4CA0-95D3-9CB097BA9A62}" destId="{5B7D0383-2FE5-4F28-B3ED-8DE541448F9E}" srcOrd="0" destOrd="0" presId="urn:microsoft.com/office/officeart/2005/8/layout/vList4"/>
    <dgm:cxn modelId="{0C527076-190B-4C55-9FE6-B5FDC89FB75D}" type="presParOf" srcId="{513AF7C8-CEAB-4CA0-95D3-9CB097BA9A62}" destId="{8A276F7F-9628-4474-8FF5-F860B2E58428}" srcOrd="1" destOrd="0" presId="urn:microsoft.com/office/officeart/2005/8/layout/vList4"/>
    <dgm:cxn modelId="{9AEB501B-D868-4EB0-81FF-B628E7459501}" type="presParOf" srcId="{513AF7C8-CEAB-4CA0-95D3-9CB097BA9A62}" destId="{2CE80D36-94A2-41D7-8203-BF18D2237D55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27B73-A21F-432F-82FB-5718A3748B96}">
      <dsp:nvSpPr>
        <dsp:cNvPr id="0" name=""/>
        <dsp:cNvSpPr/>
      </dsp:nvSpPr>
      <dsp:spPr>
        <a:xfrm>
          <a:off x="2191899" y="1406818"/>
          <a:ext cx="2055449" cy="1219200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425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360" tIns="86360" rIns="86360" bIns="8636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400" b="1" kern="12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MLC</a:t>
          </a:r>
          <a:endParaRPr lang="fr-FR" sz="3400" b="1" kern="1200" dirty="0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51415" y="1466334"/>
        <a:ext cx="1936417" cy="1100168"/>
      </dsp:txXfrm>
    </dsp:sp>
    <dsp:sp modelId="{9E9DB251-8400-49D4-B1F7-C935CEF5CD17}">
      <dsp:nvSpPr>
        <dsp:cNvPr id="0" name=""/>
        <dsp:cNvSpPr/>
      </dsp:nvSpPr>
      <dsp:spPr>
        <a:xfrm rot="16183716">
          <a:off x="3000473" y="1191576"/>
          <a:ext cx="43048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30488" y="0"/>
              </a:lnTo>
            </a:path>
          </a:pathLst>
        </a:custGeom>
        <a:noFill/>
        <a:ln w="425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3C57CA-B564-4E9D-BD24-00F166D04760}">
      <dsp:nvSpPr>
        <dsp:cNvPr id="0" name=""/>
        <dsp:cNvSpPr/>
      </dsp:nvSpPr>
      <dsp:spPr>
        <a:xfrm>
          <a:off x="2466024" y="182686"/>
          <a:ext cx="1493586" cy="793648"/>
        </a:xfrm>
        <a:prstGeom prst="roundRect">
          <a:avLst/>
        </a:prstGeom>
        <a:solidFill>
          <a:srgbClr val="FFFF00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b="0" kern="1200" dirty="0" smtClean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</a:t>
          </a:r>
          <a:r>
            <a:rPr lang="fr-FR" sz="1600" b="0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ncourager</a:t>
          </a:r>
          <a:r>
            <a:rPr lang="fr-FR" sz="1600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la « </a:t>
          </a:r>
          <a:r>
            <a:rPr lang="fr-FR" sz="1600" b="1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solidarité »</a:t>
          </a:r>
          <a:endParaRPr lang="fr-FR" sz="1600" b="1" kern="1200" dirty="0">
            <a:solidFill>
              <a:srgbClr val="0070C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04767" y="221429"/>
        <a:ext cx="1416100" cy="716162"/>
      </dsp:txXfrm>
    </dsp:sp>
    <dsp:sp modelId="{A401B2BC-2EE9-472B-9220-C3AF736AD8CD}">
      <dsp:nvSpPr>
        <dsp:cNvPr id="0" name=""/>
        <dsp:cNvSpPr/>
      </dsp:nvSpPr>
      <dsp:spPr>
        <a:xfrm rot="1644446">
          <a:off x="4219986" y="2661525"/>
          <a:ext cx="48756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87561" y="0"/>
              </a:lnTo>
            </a:path>
          </a:pathLst>
        </a:custGeom>
        <a:noFill/>
        <a:ln w="425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07E315-8A9F-4D36-9338-80E4B6824BFE}">
      <dsp:nvSpPr>
        <dsp:cNvPr id="0" name=""/>
        <dsp:cNvSpPr/>
      </dsp:nvSpPr>
      <dsp:spPr>
        <a:xfrm>
          <a:off x="4680184" y="2592281"/>
          <a:ext cx="1688180" cy="1238267"/>
        </a:xfrm>
        <a:prstGeom prst="roundRect">
          <a:avLst/>
        </a:prstGeom>
        <a:solidFill>
          <a:srgbClr val="FFFF00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500" b="1" kern="1200" dirty="0" smtClean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</a:t>
          </a:r>
          <a:r>
            <a:rPr lang="fr-FR" sz="1500" b="0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ncourager</a:t>
          </a:r>
          <a:r>
            <a:rPr lang="fr-FR" sz="1500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les « </a:t>
          </a:r>
          <a:r>
            <a:rPr lang="fr-FR" sz="1500" b="1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engagements » </a:t>
          </a:r>
          <a:r>
            <a:rPr lang="fr-FR" sz="1500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pour des causes communes</a:t>
          </a:r>
          <a:endParaRPr lang="fr-FR" sz="1500" kern="1200" dirty="0">
            <a:solidFill>
              <a:srgbClr val="0070C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40631" y="2652728"/>
        <a:ext cx="1567286" cy="1117373"/>
      </dsp:txXfrm>
    </dsp:sp>
    <dsp:sp modelId="{B22AAD6F-CD80-4638-84C4-E9A63C93282A}">
      <dsp:nvSpPr>
        <dsp:cNvPr id="0" name=""/>
        <dsp:cNvSpPr/>
      </dsp:nvSpPr>
      <dsp:spPr>
        <a:xfrm rot="9048499">
          <a:off x="1828984" y="2685102"/>
          <a:ext cx="38752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87524" y="0"/>
              </a:lnTo>
            </a:path>
          </a:pathLst>
        </a:custGeom>
        <a:noFill/>
        <a:ln w="425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D62036-9896-4713-A54E-70BDBF34BF4D}">
      <dsp:nvSpPr>
        <dsp:cNvPr id="0" name=""/>
        <dsp:cNvSpPr/>
      </dsp:nvSpPr>
      <dsp:spPr>
        <a:xfrm>
          <a:off x="250604" y="2664297"/>
          <a:ext cx="1602989" cy="1126194"/>
        </a:xfrm>
        <a:prstGeom prst="roundRect">
          <a:avLst/>
        </a:prstGeom>
        <a:solidFill>
          <a:srgbClr val="FFFF00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</a:t>
          </a:r>
          <a:r>
            <a:rPr lang="fr-FR" sz="1600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tre un « </a:t>
          </a:r>
          <a:r>
            <a:rPr lang="fr-FR" sz="1600" b="1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facilitateur</a:t>
          </a:r>
          <a:r>
            <a:rPr lang="fr-FR" sz="1600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fr-FR" sz="1600" b="1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économiqu</a:t>
          </a:r>
          <a:r>
            <a:rPr lang="fr-FR" sz="1600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 » pour nos adhérents</a:t>
          </a:r>
          <a:endParaRPr lang="fr-FR" sz="1600" kern="1200" dirty="0">
            <a:solidFill>
              <a:srgbClr val="0070C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5580" y="2719273"/>
        <a:ext cx="1493037" cy="10162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E75DF-EFA2-4854-BF1D-0AD4660E2288}">
      <dsp:nvSpPr>
        <dsp:cNvPr id="0" name=""/>
        <dsp:cNvSpPr/>
      </dsp:nvSpPr>
      <dsp:spPr>
        <a:xfrm>
          <a:off x="920181" y="363"/>
          <a:ext cx="1923624" cy="1154174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b="1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1) trois cycles effectués à date</a:t>
          </a:r>
          <a:endParaRPr lang="fr-FR" sz="1600" kern="1200" dirty="0">
            <a:solidFill>
              <a:srgbClr val="0070C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20181" y="363"/>
        <a:ext cx="1923624" cy="1154174"/>
      </dsp:txXfrm>
    </dsp:sp>
    <dsp:sp modelId="{0BD6B1D8-B0EF-4FB9-9979-C82EF0F1F439}">
      <dsp:nvSpPr>
        <dsp:cNvPr id="0" name=""/>
        <dsp:cNvSpPr/>
      </dsp:nvSpPr>
      <dsp:spPr>
        <a:xfrm>
          <a:off x="3036169" y="363"/>
          <a:ext cx="1923624" cy="1154174"/>
        </a:xfrm>
        <a:prstGeom prst="rect">
          <a:avLst/>
        </a:prstGeom>
        <a:solidFill>
          <a:srgbClr val="FFFF00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b="1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4) 900€ distribués pour accompagner des événements heureux</a:t>
          </a:r>
          <a:endParaRPr lang="fr-FR" sz="1600" kern="1200" dirty="0">
            <a:solidFill>
              <a:srgbClr val="0070C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36169" y="363"/>
        <a:ext cx="1923624" cy="1154174"/>
      </dsp:txXfrm>
    </dsp:sp>
    <dsp:sp modelId="{DC6620E2-D5C1-411B-9073-B9E812123A2B}">
      <dsp:nvSpPr>
        <dsp:cNvPr id="0" name=""/>
        <dsp:cNvSpPr/>
      </dsp:nvSpPr>
      <dsp:spPr>
        <a:xfrm>
          <a:off x="920181" y="1346900"/>
          <a:ext cx="1923624" cy="1154174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b="1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2) une inscription en MBA</a:t>
          </a:r>
        </a:p>
      </dsp:txBody>
      <dsp:txXfrm>
        <a:off x="920181" y="1346900"/>
        <a:ext cx="1923624" cy="1154174"/>
      </dsp:txXfrm>
    </dsp:sp>
    <dsp:sp modelId="{1F57CE29-E565-4B2B-9B73-C85BAB503E8D}">
      <dsp:nvSpPr>
        <dsp:cNvPr id="0" name=""/>
        <dsp:cNvSpPr/>
      </dsp:nvSpPr>
      <dsp:spPr>
        <a:xfrm>
          <a:off x="3036169" y="1346900"/>
          <a:ext cx="1923624" cy="1154174"/>
        </a:xfrm>
        <a:prstGeom prst="rect">
          <a:avLst/>
        </a:prstGeom>
        <a:solidFill>
          <a:schemeClr val="accent3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b="1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5) deux embauches CDI  et une promesse d’embauche ferme</a:t>
          </a:r>
        </a:p>
      </dsp:txBody>
      <dsp:txXfrm>
        <a:off x="3036169" y="1346900"/>
        <a:ext cx="1923624" cy="1154174"/>
      </dsp:txXfrm>
    </dsp:sp>
    <dsp:sp modelId="{DEDD559E-D634-4EEB-9522-956D2B242E05}">
      <dsp:nvSpPr>
        <dsp:cNvPr id="0" name=""/>
        <dsp:cNvSpPr/>
      </dsp:nvSpPr>
      <dsp:spPr>
        <a:xfrm>
          <a:off x="920181" y="2693437"/>
          <a:ext cx="1923624" cy="1154174"/>
        </a:xfrm>
        <a:prstGeom prst="rect">
          <a:avLst/>
        </a:prstGeom>
        <a:solidFill>
          <a:schemeClr val="bg1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b="1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3) ~8000€ de fonds disponibles pour l’investissement ou prêt</a:t>
          </a:r>
        </a:p>
      </dsp:txBody>
      <dsp:txXfrm>
        <a:off x="920181" y="2693437"/>
        <a:ext cx="1923624" cy="1154174"/>
      </dsp:txXfrm>
    </dsp:sp>
    <dsp:sp modelId="{7D6C5E80-7AE9-48C2-A68C-7C01E970F07D}">
      <dsp:nvSpPr>
        <dsp:cNvPr id="0" name=""/>
        <dsp:cNvSpPr/>
      </dsp:nvSpPr>
      <dsp:spPr>
        <a:xfrm>
          <a:off x="3036169" y="2693437"/>
          <a:ext cx="1923624" cy="1154174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b="1" kern="1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6) Conseil à l’entreprenariat &amp; freelance</a:t>
          </a:r>
        </a:p>
      </dsp:txBody>
      <dsp:txXfrm>
        <a:off x="3036169" y="2693437"/>
        <a:ext cx="1923624" cy="11541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F7575-EFE0-49B3-A452-DF5946B3BA61}">
      <dsp:nvSpPr>
        <dsp:cNvPr id="0" name=""/>
        <dsp:cNvSpPr/>
      </dsp:nvSpPr>
      <dsp:spPr>
        <a:xfrm>
          <a:off x="0" y="0"/>
          <a:ext cx="5640288" cy="1044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kern="12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 participations dans une entreprise ou un projet</a:t>
          </a:r>
          <a:endParaRPr lang="fr-FR" sz="2400" kern="1200" dirty="0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32487" y="0"/>
        <a:ext cx="4407800" cy="1044294"/>
      </dsp:txXfrm>
    </dsp:sp>
    <dsp:sp modelId="{1A23C2AA-C054-4AA8-BC5A-0F64829176E8}">
      <dsp:nvSpPr>
        <dsp:cNvPr id="0" name=""/>
        <dsp:cNvSpPr/>
      </dsp:nvSpPr>
      <dsp:spPr>
        <a:xfrm>
          <a:off x="104429" y="104429"/>
          <a:ext cx="1128057" cy="83543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CB3FA2-61D3-4BC5-AF24-ACBBACFA222E}">
      <dsp:nvSpPr>
        <dsp:cNvPr id="0" name=""/>
        <dsp:cNvSpPr/>
      </dsp:nvSpPr>
      <dsp:spPr>
        <a:xfrm>
          <a:off x="0" y="1148723"/>
          <a:ext cx="5640288" cy="1044294"/>
        </a:xfrm>
        <a:prstGeom prst="roundRect">
          <a:avLst>
            <a:gd name="adj" fmla="val 10000"/>
          </a:avLst>
        </a:prstGeom>
        <a:solidFill>
          <a:srgbClr val="FFFF00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kern="12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 CDI signés </a:t>
          </a:r>
          <a:endParaRPr lang="fr-FR" sz="2400" kern="1200" dirty="0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32487" y="1148723"/>
        <a:ext cx="4407800" cy="1044294"/>
      </dsp:txXfrm>
    </dsp:sp>
    <dsp:sp modelId="{1BF33227-3FF4-4C96-A9DF-DBE35F47B2D1}">
      <dsp:nvSpPr>
        <dsp:cNvPr id="0" name=""/>
        <dsp:cNvSpPr/>
      </dsp:nvSpPr>
      <dsp:spPr>
        <a:xfrm>
          <a:off x="104429" y="1253153"/>
          <a:ext cx="1128057" cy="83543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3000" b="-13000"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7D0383-2FE5-4F28-B3ED-8DE541448F9E}">
      <dsp:nvSpPr>
        <dsp:cNvPr id="0" name=""/>
        <dsp:cNvSpPr/>
      </dsp:nvSpPr>
      <dsp:spPr>
        <a:xfrm>
          <a:off x="0" y="2297447"/>
          <a:ext cx="5640288" cy="1044294"/>
        </a:xfrm>
        <a:prstGeom prst="roundRect">
          <a:avLst>
            <a:gd name="adj" fmla="val 10000"/>
          </a:avLst>
        </a:prstGeom>
        <a:solidFill>
          <a:schemeClr val="tx2">
            <a:lumMod val="40000"/>
            <a:lumOff val="6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kern="12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 actions caritatives</a:t>
          </a:r>
          <a:endParaRPr lang="fr-FR" sz="2400" kern="1200" dirty="0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32487" y="2297447"/>
        <a:ext cx="4407800" cy="1044294"/>
      </dsp:txXfrm>
    </dsp:sp>
    <dsp:sp modelId="{8A276F7F-9628-4474-8FF5-F860B2E58428}">
      <dsp:nvSpPr>
        <dsp:cNvPr id="0" name=""/>
        <dsp:cNvSpPr/>
      </dsp:nvSpPr>
      <dsp:spPr>
        <a:xfrm>
          <a:off x="104429" y="2401877"/>
          <a:ext cx="1128057" cy="83543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F9B9D-D8BA-48C7-8ADE-A394BA3E1BCC}" type="datetimeFigureOut">
              <a:rPr lang="fr-FR" smtClean="0"/>
              <a:t>29/11/2017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E48E9-0020-4AE1-8E12-BC47816FE43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77468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85831-B0BD-4719-B1D3-BE03157603E9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B00A8-EF31-4060-882C-8B87CECBC1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46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6B00A8-EF31-4060-882C-8B87CECBC1A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203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2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1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1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2" y="702070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2" y="1794936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1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3"/>
            <a:ext cx="1213821" cy="365125"/>
          </a:xfrm>
        </p:spPr>
        <p:txBody>
          <a:bodyPr/>
          <a:lstStyle/>
          <a:p>
            <a:fld id="{54618A1D-688C-44C4-96EB-98EF7D4546C9}" type="datetime1">
              <a:rPr lang="fr-FR" smtClean="0"/>
              <a:t>29/11/2017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3"/>
            <a:ext cx="5034845" cy="365125"/>
          </a:xfrm>
        </p:spPr>
        <p:txBody>
          <a:bodyPr/>
          <a:lstStyle/>
          <a:p>
            <a:r>
              <a:rPr lang="fr-FR" smtClean="0"/>
              <a:t>Tous droits réservés - Copyright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1" y="5357593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0ADD5B22-3568-468D-9575-E3C20D389E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A1D44-9373-4EEF-AC57-8292C349DA07}" type="datetime1">
              <a:rPr lang="fr-FR" smtClean="0"/>
              <a:t>29/11/2017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Tous droits réservés - Copyright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8" y="3725335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4F81-C440-4755-BD5B-9BC2B91CCC03}" type="datetime1">
              <a:rPr lang="fr-FR" smtClean="0"/>
              <a:t>29/11/2017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Tous droits réservés - Copyright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5FAC-E7F9-408A-8AFD-FE72FE8F2297}" type="datetime1">
              <a:rPr lang="fr-FR" smtClean="0"/>
              <a:t>29/11/2017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Tous droits réservés - Copyright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70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37192-3A4C-4229-9BCC-65CF2A736CDC}" type="datetime1">
              <a:rPr lang="fr-FR" smtClean="0"/>
              <a:t>29/11/2017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Tous droits réservés - Copyright</a:t>
            </a:r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5D41-E4EA-4B83-B72D-9AB18F49DFAE}" type="datetime1">
              <a:rPr lang="fr-FR" smtClean="0"/>
              <a:t>29/11/2017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Tous droits réservés - Copyright</a:t>
            </a:r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F6E5-CD21-497E-8F3B-E5D25F4468CA}" type="datetime1">
              <a:rPr lang="fr-FR" smtClean="0"/>
              <a:t>29/11/2017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Tous droits réservés - Copyright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8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7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3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4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9" y="5885673"/>
            <a:ext cx="1213821" cy="365125"/>
          </a:xfrm>
        </p:spPr>
        <p:txBody>
          <a:bodyPr/>
          <a:lstStyle/>
          <a:p>
            <a:fld id="{5AFE54A4-2BC8-40D3-87DC-4C681BDF2811}" type="datetime1">
              <a:rPr lang="fr-FR" smtClean="0"/>
              <a:t>29/11/2017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5" y="5829262"/>
            <a:ext cx="3522607" cy="365125"/>
          </a:xfrm>
        </p:spPr>
        <p:txBody>
          <a:bodyPr/>
          <a:lstStyle/>
          <a:p>
            <a:r>
              <a:rPr lang="fr-FR" smtClean="0"/>
              <a:t>Tous droits réservés - Copyright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4" y="5896962"/>
            <a:ext cx="554023" cy="365125"/>
          </a:xfrm>
        </p:spPr>
        <p:txBody>
          <a:bodyPr/>
          <a:lstStyle/>
          <a:p>
            <a:fld id="{0ADD5B22-3568-468D-9575-E3C20D389E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8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9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7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7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8"/>
            <a:ext cx="1213821" cy="365125"/>
          </a:xfrm>
        </p:spPr>
        <p:txBody>
          <a:bodyPr/>
          <a:lstStyle/>
          <a:p>
            <a:fld id="{EF833F2A-A5F2-4D7F-AF6A-BF63E98168CA}" type="datetime1">
              <a:rPr lang="fr-FR" smtClean="0"/>
              <a:t>29/11/2017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8"/>
            <a:ext cx="3319043" cy="365125"/>
          </a:xfrm>
        </p:spPr>
        <p:txBody>
          <a:bodyPr/>
          <a:lstStyle/>
          <a:p>
            <a:r>
              <a:rPr lang="fr-FR" smtClean="0"/>
              <a:t>Tous droits réservés - Copyright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90" y="5900027"/>
            <a:ext cx="554023" cy="365125"/>
          </a:xfrm>
        </p:spPr>
        <p:txBody>
          <a:bodyPr/>
          <a:lstStyle/>
          <a:p>
            <a:fld id="{0ADD5B22-3568-468D-9575-E3C20D389E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2E4F-8C97-42BA-882D-A57AE90BD998}" type="datetime1">
              <a:rPr lang="fr-FR" smtClean="0"/>
              <a:t>29/11/2017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Tous droits réservés - Copyright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1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3"/>
            <a:ext cx="5178779" cy="440266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AE76-159E-4703-BEFE-9175E74D1A71}" type="datetime1">
              <a:rPr lang="fr-FR" smtClean="0"/>
              <a:t>29/11/2017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Tous droits réservés - Copyright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1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4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 rot="1435684">
            <a:off x="543742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8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3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57EDA04A-9D19-4A8D-866A-EA9C9BE4B3C9}" type="datetime1">
              <a:rPr lang="fr-FR" smtClean="0"/>
              <a:t>29/11/2017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2" y="5809153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r>
              <a:rPr lang="fr-FR" smtClean="0"/>
              <a:t>Tous droits réservés - Copyright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3" y="5809153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0ADD5B22-3568-468D-9575-E3C20D389EE1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Statuts_2017_MLC_C3.docx" TargetMode="External"/><Relationship Id="rId2" Type="http://schemas.openxmlformats.org/officeDocument/2006/relationships/hyperlink" Target="mailto:mouvevementlecercle2050@gmail.co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1727202" y="1794936"/>
            <a:ext cx="5723468" cy="9859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5400" b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MLC</a:t>
            </a:r>
            <a:endParaRPr lang="fr-FR" sz="5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ous-titre 2"/>
          <p:cNvSpPr txBox="1">
            <a:spLocks/>
          </p:cNvSpPr>
          <p:nvPr/>
        </p:nvSpPr>
        <p:spPr>
          <a:xfrm>
            <a:off x="1727201" y="3736623"/>
            <a:ext cx="5712179" cy="5564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16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OUVEMENT </a:t>
            </a:r>
            <a:r>
              <a:rPr lang="fr-FR" b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fr-FR" b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ERCLE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269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5023" y="817584"/>
            <a:ext cx="6965245" cy="811217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alphaUcPeriod"/>
            </a:pPr>
            <a:r>
              <a:rPr lang="fr-FR" sz="2400" b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PROPOS DU MLC</a:t>
            </a:r>
            <a:endParaRPr lang="fr-FR" sz="2400" b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7019" y="2119258"/>
            <a:ext cx="6232427" cy="3603812"/>
          </a:xfrm>
        </p:spPr>
        <p:txBody>
          <a:bodyPr>
            <a:normAutofit fontScale="85000" lnSpcReduction="20000"/>
          </a:bodyPr>
          <a:lstStyle/>
          <a:p>
            <a:pPr marL="0" indent="0">
              <a:buClr>
                <a:schemeClr val="accent2">
                  <a:lumMod val="60000"/>
                  <a:lumOff val="40000"/>
                </a:schemeClr>
              </a:buClr>
              <a:buNone/>
            </a:pPr>
            <a:endParaRPr lang="fr-FR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fr-FR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DEPUIS 2015</a:t>
            </a:r>
          </a:p>
          <a:p>
            <a:pPr marL="0" indent="0">
              <a:buClr>
                <a:schemeClr val="accent2">
                  <a:lumMod val="60000"/>
                  <a:lumOff val="40000"/>
                </a:schemeClr>
              </a:buClr>
              <a:buNone/>
            </a:pPr>
            <a:endParaRPr lang="fr-FR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fr-FR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AUTOUR </a:t>
            </a: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4 </a:t>
            </a:r>
            <a:r>
              <a:rPr lang="fr-FR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PILIERS (CRIS)</a:t>
            </a:r>
          </a:p>
          <a:p>
            <a:pPr marL="0" indent="0">
              <a:buClr>
                <a:schemeClr val="accent2">
                  <a:lumMod val="60000"/>
                  <a:lumOff val="40000"/>
                </a:schemeClr>
              </a:buClr>
              <a:buNone/>
            </a:pPr>
            <a:endParaRPr lang="fr-FR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fr-FR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UNE DIZAINE DE MEMBRES</a:t>
            </a:r>
          </a:p>
          <a:p>
            <a:pPr marL="0" indent="0">
              <a:buClr>
                <a:schemeClr val="accent2">
                  <a:lumMod val="60000"/>
                  <a:lumOff val="40000"/>
                </a:schemeClr>
              </a:buClr>
              <a:buNone/>
            </a:pPr>
            <a:endParaRPr lang="fr-FR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fr-FR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PLUSIEURS REALISATIONS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 smtClean="0"/>
          </a:p>
          <a:p>
            <a:pPr>
              <a:buFont typeface="Wingdings" panose="05000000000000000000" pitchFamily="2" charset="2"/>
              <a:buChar char="Ø"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2</a:t>
            </a:fld>
            <a:endParaRPr lang="fr-FR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30015" y="5809153"/>
            <a:ext cx="5540188" cy="365125"/>
          </a:xfrm>
        </p:spPr>
        <p:txBody>
          <a:bodyPr/>
          <a:lstStyle/>
          <a:p>
            <a:pPr lvl="0" algn="ctr"/>
            <a:r>
              <a:rPr lang="fr-FR" sz="1100" dirty="0">
                <a:solidFill>
                  <a:srgbClr val="465E9C"/>
                </a:solidFill>
              </a:rPr>
              <a:t>Tous droits réservés - Copyright</a:t>
            </a:r>
          </a:p>
        </p:txBody>
      </p:sp>
    </p:spTree>
    <p:extLst>
      <p:ext uri="{BB962C8B-B14F-4D97-AF65-F5344CB8AC3E}">
        <p14:creationId xmlns:p14="http://schemas.microsoft.com/office/powerpoint/2010/main" val="193767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+mj-lt"/>
              <a:buAutoNum type="alphaUcPeriod" startAt="2"/>
            </a:pPr>
            <a:r>
              <a:rPr lang="fr-FR" sz="2400" b="1" u="sng" dirty="0" smtClean="0">
                <a:solidFill>
                  <a:srgbClr val="465E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DEFINITION EN 3 MOTS (Les 3 E)</a:t>
            </a:r>
            <a:endParaRPr lang="fr-FR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3891976859"/>
              </p:ext>
            </p:extLst>
          </p:nvPr>
        </p:nvGraphicFramePr>
        <p:xfrm>
          <a:off x="1403648" y="1844824"/>
          <a:ext cx="655272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3</a:t>
            </a:fld>
            <a:endParaRPr lang="fr-FR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30015" y="5809153"/>
            <a:ext cx="5540188" cy="365125"/>
          </a:xfrm>
        </p:spPr>
        <p:txBody>
          <a:bodyPr/>
          <a:lstStyle/>
          <a:p>
            <a:pPr lvl="0" algn="ctr"/>
            <a:r>
              <a:rPr lang="fr-FR" sz="1100" dirty="0">
                <a:solidFill>
                  <a:srgbClr val="465E9C"/>
                </a:solidFill>
              </a:rPr>
              <a:t>Tous droits réservés - Copyright</a:t>
            </a:r>
          </a:p>
        </p:txBody>
      </p:sp>
    </p:spTree>
    <p:extLst>
      <p:ext uri="{BB962C8B-B14F-4D97-AF65-F5344CB8AC3E}">
        <p14:creationId xmlns:p14="http://schemas.microsoft.com/office/powerpoint/2010/main" val="417010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8E27B73-A21F-432F-82FB-5718A3748B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5">
                                            <p:graphicEl>
                                              <a:dgm id="{E8E27B73-A21F-432F-82FB-5718A3748B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">
                                            <p:graphicEl>
                                              <a:dgm id="{E8E27B73-A21F-432F-82FB-5718A3748B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5">
                                            <p:graphicEl>
                                              <a:dgm id="{E8E27B73-A21F-432F-82FB-5718A3748B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E9DB251-8400-49D4-B1F7-C935CEF5CD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5">
                                            <p:graphicEl>
                                              <a:dgm id="{9E9DB251-8400-49D4-B1F7-C935CEF5CD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5">
                                            <p:graphicEl>
                                              <a:dgm id="{9E9DB251-8400-49D4-B1F7-C935CEF5CD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5">
                                            <p:graphicEl>
                                              <a:dgm id="{9E9DB251-8400-49D4-B1F7-C935CEF5CD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B3C57CA-B564-4E9D-BD24-00F166D047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5">
                                            <p:graphicEl>
                                              <a:dgm id="{2B3C57CA-B564-4E9D-BD24-00F166D047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5">
                                            <p:graphicEl>
                                              <a:dgm id="{2B3C57CA-B564-4E9D-BD24-00F166D047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5">
                                            <p:graphicEl>
                                              <a:dgm id="{2B3C57CA-B564-4E9D-BD24-00F166D047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401B2BC-2EE9-472B-9220-C3AF736AD8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5">
                                            <p:graphicEl>
                                              <a:dgm id="{A401B2BC-2EE9-472B-9220-C3AF736AD8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5">
                                            <p:graphicEl>
                                              <a:dgm id="{A401B2BC-2EE9-472B-9220-C3AF736AD8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500"/>
                                        <p:tgtEl>
                                          <p:spTgt spid="5">
                                            <p:graphicEl>
                                              <a:dgm id="{A401B2BC-2EE9-472B-9220-C3AF736AD8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907E315-8A9F-4D36-9338-80E4B6824B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5">
                                            <p:graphicEl>
                                              <a:dgm id="{E907E315-8A9F-4D36-9338-80E4B6824B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5">
                                            <p:graphicEl>
                                              <a:dgm id="{E907E315-8A9F-4D36-9338-80E4B6824B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500"/>
                                        <p:tgtEl>
                                          <p:spTgt spid="5">
                                            <p:graphicEl>
                                              <a:dgm id="{E907E315-8A9F-4D36-9338-80E4B6824B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2AAD6F-CD80-4638-84C4-E9A63C9328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0" fill="hold"/>
                                        <p:tgtEl>
                                          <p:spTgt spid="5">
                                            <p:graphicEl>
                                              <a:dgm id="{B22AAD6F-CD80-4638-84C4-E9A63C9328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500" fill="hold"/>
                                        <p:tgtEl>
                                          <p:spTgt spid="5">
                                            <p:graphicEl>
                                              <a:dgm id="{B22AAD6F-CD80-4638-84C4-E9A63C9328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500"/>
                                        <p:tgtEl>
                                          <p:spTgt spid="5">
                                            <p:graphicEl>
                                              <a:dgm id="{B22AAD6F-CD80-4638-84C4-E9A63C9328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3D62036-9896-4713-A54E-70BDBF34BF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5">
                                            <p:graphicEl>
                                              <a:dgm id="{F3D62036-9896-4713-A54E-70BDBF34BF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0" fill="hold"/>
                                        <p:tgtEl>
                                          <p:spTgt spid="5">
                                            <p:graphicEl>
                                              <a:dgm id="{F3D62036-9896-4713-A54E-70BDBF34BF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500"/>
                                        <p:tgtEl>
                                          <p:spTgt spid="5">
                                            <p:graphicEl>
                                              <a:dgm id="{F3D62036-9896-4713-A54E-70BDBF34BF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5023" y="817584"/>
            <a:ext cx="6965245" cy="883226"/>
          </a:xfrm>
        </p:spPr>
        <p:txBody>
          <a:bodyPr>
            <a:noAutofit/>
          </a:bodyPr>
          <a:lstStyle/>
          <a:p>
            <a:pPr marL="571500" indent="-571500">
              <a:buFont typeface="+mj-lt"/>
              <a:buAutoNum type="alphaUcPeriod" startAt="3"/>
            </a:pPr>
            <a:r>
              <a:rPr lang="fr-FR" sz="2400" b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NOTRE ADN (CRIS)</a:t>
            </a:r>
            <a:r>
              <a:rPr lang="fr-FR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28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71600" y="1844824"/>
            <a:ext cx="7128792" cy="439248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1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otisation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Basée sur le mode de fonctionnement d’une </a:t>
            </a:r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tontine</a:t>
            </a:r>
          </a:p>
          <a:p>
            <a:pPr marL="365760" lvl="1" indent="0">
              <a:buNone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1800" b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éseautage</a:t>
            </a:r>
            <a:endParaRPr lang="fr-F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Echange et partage </a:t>
            </a:r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d’opportunités favorisés par une </a:t>
            </a:r>
            <a:r>
              <a:rPr lang="fr-F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multiculturalité</a:t>
            </a:r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assumée</a:t>
            </a:r>
          </a:p>
          <a:p>
            <a:pPr marL="365760" lvl="1" indent="0">
              <a:buNone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1800" b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F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nvestissement</a:t>
            </a:r>
            <a:endParaRPr lang="fr-F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Mise en commun de fond pour accompagner différents </a:t>
            </a:r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projets</a:t>
            </a:r>
          </a:p>
          <a:p>
            <a:pPr marL="365760" lvl="1" indent="0">
              <a:buNone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1800" b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olidarité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Accompagnement humain et financier dans les joies et les peines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1400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fr-FR" sz="14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4</a:t>
            </a:fld>
            <a:endParaRPr lang="fr-FR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30015" y="5809153"/>
            <a:ext cx="5540188" cy="365125"/>
          </a:xfrm>
        </p:spPr>
        <p:txBody>
          <a:bodyPr/>
          <a:lstStyle/>
          <a:p>
            <a:pPr lvl="0" algn="ctr"/>
            <a:r>
              <a:rPr lang="fr-FR" sz="1100" dirty="0">
                <a:solidFill>
                  <a:srgbClr val="465E9C"/>
                </a:solidFill>
              </a:rPr>
              <a:t>Tous droits réservés - Copyright</a:t>
            </a:r>
          </a:p>
        </p:txBody>
      </p:sp>
    </p:spTree>
    <p:extLst>
      <p:ext uri="{BB962C8B-B14F-4D97-AF65-F5344CB8AC3E}">
        <p14:creationId xmlns:p14="http://schemas.microsoft.com/office/powerpoint/2010/main" val="12555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+mj-lt"/>
              <a:buAutoNum type="alphaUcPeriod" startAt="4"/>
            </a:pPr>
            <a:r>
              <a:rPr lang="fr-FR" sz="2400" b="1" u="sng" dirty="0" smtClean="0">
                <a:solidFill>
                  <a:srgbClr val="465E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NOS REALISATIONS</a:t>
            </a:r>
            <a:endParaRPr lang="fr-F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849" y="3570700"/>
            <a:ext cx="360040" cy="34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1718274275"/>
              </p:ext>
            </p:extLst>
          </p:nvPr>
        </p:nvGraphicFramePr>
        <p:xfrm>
          <a:off x="1331640" y="1988841"/>
          <a:ext cx="5879976" cy="3847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5</a:t>
            </a:fld>
            <a:endParaRPr lang="fr-FR"/>
          </a:p>
        </p:txBody>
      </p:sp>
      <p:sp>
        <p:nvSpPr>
          <p:cNvPr id="7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30015" y="5809153"/>
            <a:ext cx="5540188" cy="365125"/>
          </a:xfrm>
        </p:spPr>
        <p:txBody>
          <a:bodyPr/>
          <a:lstStyle/>
          <a:p>
            <a:pPr lvl="0" algn="ctr"/>
            <a:r>
              <a:rPr lang="fr-FR" sz="1100" dirty="0">
                <a:solidFill>
                  <a:srgbClr val="465E9C"/>
                </a:solidFill>
              </a:rPr>
              <a:t>Tous droits réservés - Copyright</a:t>
            </a:r>
          </a:p>
        </p:txBody>
      </p:sp>
    </p:spTree>
    <p:extLst>
      <p:ext uri="{BB962C8B-B14F-4D97-AF65-F5344CB8AC3E}">
        <p14:creationId xmlns:p14="http://schemas.microsoft.com/office/powerpoint/2010/main" val="185431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5023" y="817584"/>
            <a:ext cx="6965245" cy="811217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alphaUcPeriod" startAt="6"/>
            </a:pPr>
            <a:r>
              <a:rPr lang="fr-FR" sz="2400" b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NOS OBJECTIFS SUR 3 ANS</a:t>
            </a:r>
            <a:endParaRPr lang="fr-FR" sz="2400" b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757707954"/>
              </p:ext>
            </p:extLst>
          </p:nvPr>
        </p:nvGraphicFramePr>
        <p:xfrm>
          <a:off x="1907704" y="2204864"/>
          <a:ext cx="5640288" cy="3341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30015" y="5809153"/>
            <a:ext cx="5540188" cy="365125"/>
          </a:xfrm>
        </p:spPr>
        <p:txBody>
          <a:bodyPr/>
          <a:lstStyle/>
          <a:p>
            <a:pPr lvl="0" algn="ctr"/>
            <a:r>
              <a:rPr lang="fr-FR" sz="1100" dirty="0">
                <a:solidFill>
                  <a:srgbClr val="465E9C"/>
                </a:solidFill>
              </a:rPr>
              <a:t>Tous droits réservés - Copyright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6</a:t>
            </a:fld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1420" y="1052736"/>
            <a:ext cx="416572" cy="35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2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A23C2AA-C054-4AA8-BC5A-0F6482917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4">
                                            <p:graphicEl>
                                              <a:dgm id="{1A23C2AA-C054-4AA8-BC5A-0F64829176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4">
                                            <p:graphicEl>
                                              <a:dgm id="{1A23C2AA-C054-4AA8-BC5A-0F6482917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4">
                                            <p:graphicEl>
                                              <a:dgm id="{1A23C2AA-C054-4AA8-BC5A-0F6482917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1EF7575-EFE0-49B3-A452-DF5946B3BA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4">
                                            <p:graphicEl>
                                              <a:dgm id="{11EF7575-EFE0-49B3-A452-DF5946B3BA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4">
                                            <p:graphicEl>
                                              <a:dgm id="{11EF7575-EFE0-49B3-A452-DF5946B3BA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4">
                                            <p:graphicEl>
                                              <a:dgm id="{11EF7575-EFE0-49B3-A452-DF5946B3BA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BF33227-3FF4-4C96-A9DF-DBE35F47B2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4">
                                            <p:graphicEl>
                                              <a:dgm id="{1BF33227-3FF4-4C96-A9DF-DBE35F47B2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4">
                                            <p:graphicEl>
                                              <a:dgm id="{1BF33227-3FF4-4C96-A9DF-DBE35F47B2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4">
                                            <p:graphicEl>
                                              <a:dgm id="{1BF33227-3FF4-4C96-A9DF-DBE35F47B2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CB3FA2-61D3-4BC5-AF24-ACBBACFA22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50"/>
                                        <p:tgtEl>
                                          <p:spTgt spid="4">
                                            <p:graphicEl>
                                              <a:dgm id="{3BCB3FA2-61D3-4BC5-AF24-ACBBACFA22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4">
                                            <p:graphicEl>
                                              <a:dgm id="{3BCB3FA2-61D3-4BC5-AF24-ACBBACFA22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4">
                                            <p:graphicEl>
                                              <a:dgm id="{3BCB3FA2-61D3-4BC5-AF24-ACBBACFA22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276F7F-9628-4474-8FF5-F860B2E58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4">
                                            <p:graphicEl>
                                              <a:dgm id="{8A276F7F-9628-4474-8FF5-F860B2E584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250" fill="hold"/>
                                        <p:tgtEl>
                                          <p:spTgt spid="4">
                                            <p:graphicEl>
                                              <a:dgm id="{8A276F7F-9628-4474-8FF5-F860B2E58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4">
                                            <p:graphicEl>
                                              <a:dgm id="{8A276F7F-9628-4474-8FF5-F860B2E58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B7D0383-2FE5-4F28-B3ED-8DE541448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250"/>
                                        <p:tgtEl>
                                          <p:spTgt spid="4">
                                            <p:graphicEl>
                                              <a:dgm id="{5B7D0383-2FE5-4F28-B3ED-8DE541448F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250" fill="hold"/>
                                        <p:tgtEl>
                                          <p:spTgt spid="4">
                                            <p:graphicEl>
                                              <a:dgm id="{5B7D0383-2FE5-4F28-B3ED-8DE541448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4">
                                            <p:graphicEl>
                                              <a:dgm id="{5B7D0383-2FE5-4F28-B3ED-8DE541448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5023" y="817584"/>
            <a:ext cx="6965245" cy="811217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alphaUcPeriod" startAt="5"/>
            </a:pPr>
            <a:r>
              <a:rPr lang="fr-FR" sz="2400" b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INFOS UTILES</a:t>
            </a:r>
            <a:endParaRPr lang="fr-FR" sz="2400" b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7019" y="2119258"/>
            <a:ext cx="6232427" cy="3603812"/>
          </a:xfrm>
        </p:spPr>
        <p:txBody>
          <a:bodyPr>
            <a:normAutofit fontScale="25000" lnSpcReduction="20000"/>
          </a:bodyPr>
          <a:lstStyle/>
          <a:p>
            <a:pPr marL="0" indent="0">
              <a:buClr>
                <a:schemeClr val="accent2">
                  <a:lumMod val="60000"/>
                  <a:lumOff val="40000"/>
                </a:schemeClr>
              </a:buClr>
              <a:buNone/>
            </a:pPr>
            <a:endParaRPr lang="fr-FR" sz="7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fr-FR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Une réunion par mois</a:t>
            </a:r>
          </a:p>
          <a:p>
            <a:pPr lvl="1"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fr-FR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Chaque premier vendredi</a:t>
            </a:r>
          </a:p>
          <a:p>
            <a:pPr marL="0" indent="0">
              <a:buClr>
                <a:schemeClr val="accent2">
                  <a:lumMod val="60000"/>
                  <a:lumOff val="40000"/>
                </a:schemeClr>
              </a:buClr>
              <a:buNone/>
            </a:pPr>
            <a:endParaRPr lang="fr-FR" sz="7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fr-FR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Deux groupes </a:t>
            </a:r>
            <a:r>
              <a:rPr lang="fr-FR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whatapps</a:t>
            </a:r>
            <a:endParaRPr lang="fr-FR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fr-FR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Mouvement le cercle + MLC divers</a:t>
            </a:r>
          </a:p>
          <a:p>
            <a:pPr marL="0" indent="0">
              <a:buClr>
                <a:schemeClr val="accent2">
                  <a:lumMod val="60000"/>
                  <a:lumOff val="40000"/>
                </a:schemeClr>
              </a:buClr>
              <a:buNone/>
            </a:pPr>
            <a:endParaRPr lang="fr-FR" sz="7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fr-FR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Une adresse mail</a:t>
            </a:r>
          </a:p>
          <a:p>
            <a:pPr lvl="1"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fr-FR" sz="64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mouvementlecercle2050@gmail.com </a:t>
            </a:r>
            <a:endParaRPr lang="fr-FR" sz="64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endParaRPr lang="fr-FR" sz="7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fr-FR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statut régissant nos règles de fonctionnement</a:t>
            </a:r>
            <a:endParaRPr lang="fr-FR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fr-FR" sz="6200" b="1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https://drive.google.com/open?id=1IsDGHeZF7zMszsRqNFqefjLtFLAqchhA</a:t>
            </a:r>
            <a:endParaRPr lang="fr-FR" sz="6200" b="1" i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chemeClr val="accent2">
                  <a:lumMod val="60000"/>
                  <a:lumOff val="40000"/>
                </a:schemeClr>
              </a:buClr>
              <a:buNone/>
            </a:pPr>
            <a:endParaRPr lang="fr-FR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endParaRPr lang="fr-FR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endParaRPr lang="fr-FR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endParaRPr lang="fr-FR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 smtClean="0"/>
          </a:p>
          <a:p>
            <a:pPr>
              <a:buFont typeface="Wingdings" panose="05000000000000000000" pitchFamily="2" charset="2"/>
              <a:buChar char="Ø"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1619672" y="5809153"/>
            <a:ext cx="5540188" cy="365125"/>
          </a:xfrm>
        </p:spPr>
        <p:txBody>
          <a:bodyPr/>
          <a:lstStyle/>
          <a:p>
            <a:pPr lvl="0" algn="ctr"/>
            <a:r>
              <a:rPr lang="fr-FR" sz="1100" dirty="0">
                <a:solidFill>
                  <a:srgbClr val="465E9C"/>
                </a:solidFill>
              </a:rPr>
              <a:t>Tous droits réservés - Copyright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D5B22-3568-468D-9575-E3C20D389EE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108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1619673" y="2852937"/>
            <a:ext cx="5723468" cy="9859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5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BE CONTINUED… </a:t>
            </a:r>
            <a:endParaRPr lang="fr-FR" sz="5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47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naise">
  <a:themeElements>
    <a:clrScheme name="Punaise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naise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674</TotalTime>
  <Words>234</Words>
  <Application>Microsoft Office PowerPoint</Application>
  <PresentationFormat>Affichage à l'écran (4:3)</PresentationFormat>
  <Paragraphs>78</Paragraphs>
  <Slides>8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Punaise</vt:lpstr>
      <vt:lpstr>Présentation PowerPoint</vt:lpstr>
      <vt:lpstr>A PROPOS DU MLC</vt:lpstr>
      <vt:lpstr>DEFINITION EN 3 MOTS (Les 3 E)</vt:lpstr>
      <vt:lpstr>NOTRE ADN (CRIS) </vt:lpstr>
      <vt:lpstr>NOS REALISATIONS</vt:lpstr>
      <vt:lpstr>NOS OBJECTIFS SUR 3 ANS</vt:lpstr>
      <vt:lpstr>INFOS UTILES</vt:lpstr>
      <vt:lpstr>Présentation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MLC</dc:title>
  <dc:creator>ADMIN</dc:creator>
  <cp:lastModifiedBy>ADMIN</cp:lastModifiedBy>
  <cp:revision>82</cp:revision>
  <dcterms:created xsi:type="dcterms:W3CDTF">2017-11-28T21:59:20Z</dcterms:created>
  <dcterms:modified xsi:type="dcterms:W3CDTF">2017-11-29T23:01:35Z</dcterms:modified>
</cp:coreProperties>
</file>